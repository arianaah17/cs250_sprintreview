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8"/>
  </p:notesMasterIdLst>
  <p:handoutMasterIdLst>
    <p:handoutMasterId r:id="rId19"/>
  </p:handoutMasterIdLst>
  <p:sldIdLst>
    <p:sldId id="292" r:id="rId5"/>
    <p:sldId id="275" r:id="rId6"/>
    <p:sldId id="276" r:id="rId7"/>
    <p:sldId id="277" r:id="rId8"/>
    <p:sldId id="298" r:id="rId9"/>
    <p:sldId id="301" r:id="rId10"/>
    <p:sldId id="299" r:id="rId11"/>
    <p:sldId id="300" r:id="rId12"/>
    <p:sldId id="302" r:id="rId13"/>
    <p:sldId id="304" r:id="rId14"/>
    <p:sldId id="303" r:id="rId15"/>
    <p:sldId id="288" r:id="rId16"/>
    <p:sldId id="305" r:id="rId1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36" userDrawn="1">
          <p15:clr>
            <a:srgbClr val="A4A3A4"/>
          </p15:clr>
        </p15:guide>
        <p15:guide id="2" pos="31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1631F"/>
    <a:srgbClr val="B0C6A0"/>
    <a:srgbClr val="446992"/>
    <a:srgbClr val="AEC2D8"/>
    <a:srgbClr val="98432A"/>
    <a:srgbClr val="D84400"/>
    <a:srgbClr val="44678D"/>
    <a:srgbClr val="263E5A"/>
    <a:srgbClr val="D6E0EB"/>
    <a:srgbClr val="728DA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891F364-ED67-4367-8683-4C2D4C270180}" v="15" dt="2026-06-21T07:06:51.05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827" autoAdjust="0"/>
    <p:restoredTop sz="95634"/>
  </p:normalViewPr>
  <p:slideViewPr>
    <p:cSldViewPr snapToGrid="0" showGuides="1">
      <p:cViewPr>
        <p:scale>
          <a:sx n="163" d="100"/>
          <a:sy n="163" d="100"/>
        </p:scale>
        <p:origin x="-3187" y="-3043"/>
      </p:cViewPr>
      <p:guideLst>
        <p:guide orient="horz" pos="1536"/>
        <p:guide pos="312"/>
      </p:guideLst>
    </p:cSldViewPr>
  </p:slideViewPr>
  <p:outlineViewPr>
    <p:cViewPr>
      <p:scale>
        <a:sx n="33" d="100"/>
        <a:sy n="33" d="100"/>
      </p:scale>
      <p:origin x="0" y="-1616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50" d="100"/>
        <a:sy n="150" d="100"/>
      </p:scale>
      <p:origin x="0" y="0"/>
    </p:cViewPr>
  </p:sorterViewPr>
  <p:notesViewPr>
    <p:cSldViewPr snapToGrid="0">
      <p:cViewPr varScale="1">
        <p:scale>
          <a:sx n="58" d="100"/>
          <a:sy n="58" d="100"/>
        </p:scale>
        <p:origin x="2491" y="6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26" Type="http://schemas.microsoft.com/office/2018/10/relationships/authors" Target="authors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ernandez, Ariana" userId="bda27b86-1f5f-4697-abd1-f86f5e477e57" providerId="ADAL" clId="{1D18A435-1C0D-4355-BCE5-4130E0C62392}"/>
    <pc:docChg chg="undo custSel addSld delSld modSld sldOrd">
      <pc:chgData name="Hernandez, Ariana" userId="bda27b86-1f5f-4697-abd1-f86f5e477e57" providerId="ADAL" clId="{1D18A435-1C0D-4355-BCE5-4130E0C62392}" dt="2026-06-22T01:59:05.432" v="3615" actId="20577"/>
      <pc:docMkLst>
        <pc:docMk/>
      </pc:docMkLst>
      <pc:sldChg chg="delSp modSp mod">
        <pc:chgData name="Hernandez, Ariana" userId="bda27b86-1f5f-4697-abd1-f86f5e477e57" providerId="ADAL" clId="{1D18A435-1C0D-4355-BCE5-4130E0C62392}" dt="2026-06-21T07:13:35.099" v="3596" actId="21"/>
        <pc:sldMkLst>
          <pc:docMk/>
          <pc:sldMk cId="2775535166" sldId="275"/>
        </pc:sldMkLst>
        <pc:spChg chg="del">
          <ac:chgData name="Hernandez, Ariana" userId="bda27b86-1f5f-4697-abd1-f86f5e477e57" providerId="ADAL" clId="{1D18A435-1C0D-4355-BCE5-4130E0C62392}" dt="2026-06-21T07:13:35.099" v="3596" actId="21"/>
          <ac:spMkLst>
            <pc:docMk/>
            <pc:sldMk cId="2775535166" sldId="275"/>
            <ac:spMk id="8" creationId="{D36D0CF6-7418-9349-F7A8-045EA96B2D03}"/>
          </ac:spMkLst>
        </pc:spChg>
        <pc:spChg chg="mod">
          <ac:chgData name="Hernandez, Ariana" userId="bda27b86-1f5f-4697-abd1-f86f5e477e57" providerId="ADAL" clId="{1D18A435-1C0D-4355-BCE5-4130E0C62392}" dt="2026-06-21T07:12:40.064" v="3590" actId="20577"/>
          <ac:spMkLst>
            <pc:docMk/>
            <pc:sldMk cId="2775535166" sldId="275"/>
            <ac:spMk id="18" creationId="{241202DB-E499-EB19-8A48-A3301DA59ED7}"/>
          </ac:spMkLst>
        </pc:spChg>
      </pc:sldChg>
      <pc:sldChg chg="delSp mod">
        <pc:chgData name="Hernandez, Ariana" userId="bda27b86-1f5f-4697-abd1-f86f5e477e57" providerId="ADAL" clId="{1D18A435-1C0D-4355-BCE5-4130E0C62392}" dt="2026-06-21T07:13:28.682" v="3595" actId="21"/>
        <pc:sldMkLst>
          <pc:docMk/>
          <pc:sldMk cId="77554804" sldId="276"/>
        </pc:sldMkLst>
        <pc:spChg chg="del">
          <ac:chgData name="Hernandez, Ariana" userId="bda27b86-1f5f-4697-abd1-f86f5e477e57" providerId="ADAL" clId="{1D18A435-1C0D-4355-BCE5-4130E0C62392}" dt="2026-06-21T07:13:28.682" v="3595" actId="21"/>
          <ac:spMkLst>
            <pc:docMk/>
            <pc:sldMk cId="77554804" sldId="276"/>
            <ac:spMk id="4" creationId="{0A01EC1F-42C9-66C4-9D49-F6AF79D5BE91}"/>
          </ac:spMkLst>
        </pc:spChg>
      </pc:sldChg>
      <pc:sldChg chg="del">
        <pc:chgData name="Hernandez, Ariana" userId="bda27b86-1f5f-4697-abd1-f86f5e477e57" providerId="ADAL" clId="{1D18A435-1C0D-4355-BCE5-4130E0C62392}" dt="2026-06-21T05:47:55.850" v="1124" actId="2696"/>
        <pc:sldMkLst>
          <pc:docMk/>
          <pc:sldMk cId="1246021298" sldId="279"/>
        </pc:sldMkLst>
      </pc:sldChg>
      <pc:sldChg chg="del">
        <pc:chgData name="Hernandez, Ariana" userId="bda27b86-1f5f-4697-abd1-f86f5e477e57" providerId="ADAL" clId="{1D18A435-1C0D-4355-BCE5-4130E0C62392}" dt="2026-06-21T05:51:12.157" v="1195" actId="2696"/>
        <pc:sldMkLst>
          <pc:docMk/>
          <pc:sldMk cId="2107888131" sldId="281"/>
        </pc:sldMkLst>
      </pc:sldChg>
      <pc:sldChg chg="del">
        <pc:chgData name="Hernandez, Ariana" userId="bda27b86-1f5f-4697-abd1-f86f5e477e57" providerId="ADAL" clId="{1D18A435-1C0D-4355-BCE5-4130E0C62392}" dt="2026-06-21T07:05:06.463" v="3035" actId="2696"/>
        <pc:sldMkLst>
          <pc:docMk/>
          <pc:sldMk cId="3157109385" sldId="282"/>
        </pc:sldMkLst>
      </pc:sldChg>
      <pc:sldChg chg="del">
        <pc:chgData name="Hernandez, Ariana" userId="bda27b86-1f5f-4697-abd1-f86f5e477e57" providerId="ADAL" clId="{1D18A435-1C0D-4355-BCE5-4130E0C62392}" dt="2026-06-21T07:05:05.020" v="3034" actId="2696"/>
        <pc:sldMkLst>
          <pc:docMk/>
          <pc:sldMk cId="2517140333" sldId="283"/>
        </pc:sldMkLst>
      </pc:sldChg>
      <pc:sldChg chg="del">
        <pc:chgData name="Hernandez, Ariana" userId="bda27b86-1f5f-4697-abd1-f86f5e477e57" providerId="ADAL" clId="{1D18A435-1C0D-4355-BCE5-4130E0C62392}" dt="2026-06-21T07:05:01.312" v="3032" actId="2696"/>
        <pc:sldMkLst>
          <pc:docMk/>
          <pc:sldMk cId="2624021206" sldId="284"/>
        </pc:sldMkLst>
      </pc:sldChg>
      <pc:sldChg chg="del">
        <pc:chgData name="Hernandez, Ariana" userId="bda27b86-1f5f-4697-abd1-f86f5e477e57" providerId="ADAL" clId="{1D18A435-1C0D-4355-BCE5-4130E0C62392}" dt="2026-06-21T07:04:56.553" v="3031" actId="2696"/>
        <pc:sldMkLst>
          <pc:docMk/>
          <pc:sldMk cId="3760906987" sldId="285"/>
        </pc:sldMkLst>
      </pc:sldChg>
      <pc:sldChg chg="delSp modSp mod">
        <pc:chgData name="Hernandez, Ariana" userId="bda27b86-1f5f-4697-abd1-f86f5e477e57" providerId="ADAL" clId="{1D18A435-1C0D-4355-BCE5-4130E0C62392}" dt="2026-06-21T07:14:00.168" v="3600" actId="21"/>
        <pc:sldMkLst>
          <pc:docMk/>
          <pc:sldMk cId="4157533387" sldId="288"/>
        </pc:sldMkLst>
        <pc:spChg chg="del">
          <ac:chgData name="Hernandez, Ariana" userId="bda27b86-1f5f-4697-abd1-f86f5e477e57" providerId="ADAL" clId="{1D18A435-1C0D-4355-BCE5-4130E0C62392}" dt="2026-06-21T07:14:00.168" v="3600" actId="21"/>
          <ac:spMkLst>
            <pc:docMk/>
            <pc:sldMk cId="4157533387" sldId="288"/>
            <ac:spMk id="4" creationId="{8E531165-F745-171F-F6EC-07FDD4E3E06C}"/>
          </ac:spMkLst>
        </pc:spChg>
        <pc:spChg chg="mod">
          <ac:chgData name="Hernandez, Ariana" userId="bda27b86-1f5f-4697-abd1-f86f5e477e57" providerId="ADAL" clId="{1D18A435-1C0D-4355-BCE5-4130E0C62392}" dt="2026-06-21T07:11:54.577" v="3586" actId="20577"/>
          <ac:spMkLst>
            <pc:docMk/>
            <pc:sldMk cId="4157533387" sldId="288"/>
            <ac:spMk id="29" creationId="{52FD53DB-CD39-2575-F8BA-63488E81091E}"/>
          </ac:spMkLst>
        </pc:spChg>
      </pc:sldChg>
      <pc:sldChg chg="modSp del mod">
        <pc:chgData name="Hernandez, Ariana" userId="bda27b86-1f5f-4697-abd1-f86f5e477e57" providerId="ADAL" clId="{1D18A435-1C0D-4355-BCE5-4130E0C62392}" dt="2026-06-21T07:14:19.199" v="3603" actId="2696"/>
        <pc:sldMkLst>
          <pc:docMk/>
          <pc:sldMk cId="529279411" sldId="289"/>
        </pc:sldMkLst>
        <pc:spChg chg="mod">
          <ac:chgData name="Hernandez, Ariana" userId="bda27b86-1f5f-4697-abd1-f86f5e477e57" providerId="ADAL" clId="{1D18A435-1C0D-4355-BCE5-4130E0C62392}" dt="2026-06-21T07:14:15.388" v="3602" actId="21"/>
          <ac:spMkLst>
            <pc:docMk/>
            <pc:sldMk cId="529279411" sldId="289"/>
            <ac:spMk id="25" creationId="{B993E4D5-4AD0-4740-096D-6822944C8FF6}"/>
          </ac:spMkLst>
        </pc:spChg>
      </pc:sldChg>
      <pc:sldChg chg="modSp mod">
        <pc:chgData name="Hernandez, Ariana" userId="bda27b86-1f5f-4697-abd1-f86f5e477e57" providerId="ADAL" clId="{1D18A435-1C0D-4355-BCE5-4130E0C62392}" dt="2026-06-21T06:45:14.898" v="2395" actId="20577"/>
        <pc:sldMkLst>
          <pc:docMk/>
          <pc:sldMk cId="3898447929" sldId="292"/>
        </pc:sldMkLst>
        <pc:spChg chg="mod">
          <ac:chgData name="Hernandez, Ariana" userId="bda27b86-1f5f-4697-abd1-f86f5e477e57" providerId="ADAL" clId="{1D18A435-1C0D-4355-BCE5-4130E0C62392}" dt="2026-06-21T06:45:14.898" v="2395" actId="20577"/>
          <ac:spMkLst>
            <pc:docMk/>
            <pc:sldMk cId="3898447929" sldId="292"/>
            <ac:spMk id="7" creationId="{93A3B864-5E85-99D2-93E5-5CA1F4F35DC7}"/>
          </ac:spMkLst>
        </pc:spChg>
      </pc:sldChg>
      <pc:sldChg chg="del">
        <pc:chgData name="Hernandez, Ariana" userId="bda27b86-1f5f-4697-abd1-f86f5e477e57" providerId="ADAL" clId="{1D18A435-1C0D-4355-BCE5-4130E0C62392}" dt="2026-06-21T07:05:03.386" v="3033" actId="2696"/>
        <pc:sldMkLst>
          <pc:docMk/>
          <pc:sldMk cId="4182148033" sldId="293"/>
        </pc:sldMkLst>
      </pc:sldChg>
      <pc:sldChg chg="del">
        <pc:chgData name="Hernandez, Ariana" userId="bda27b86-1f5f-4697-abd1-f86f5e477e57" providerId="ADAL" clId="{1D18A435-1C0D-4355-BCE5-4130E0C62392}" dt="2026-06-21T05:47:47.712" v="1123" actId="2696"/>
        <pc:sldMkLst>
          <pc:docMk/>
          <pc:sldMk cId="32955924" sldId="294"/>
        </pc:sldMkLst>
      </pc:sldChg>
      <pc:sldChg chg="addSp delSp modSp del mod ord">
        <pc:chgData name="Hernandez, Ariana" userId="bda27b86-1f5f-4697-abd1-f86f5e477e57" providerId="ADAL" clId="{1D18A435-1C0D-4355-BCE5-4130E0C62392}" dt="2026-06-21T07:06:09.987" v="3058" actId="2696"/>
        <pc:sldMkLst>
          <pc:docMk/>
          <pc:sldMk cId="2519727083" sldId="295"/>
        </pc:sldMkLst>
        <pc:spChg chg="add mod">
          <ac:chgData name="Hernandez, Ariana" userId="bda27b86-1f5f-4697-abd1-f86f5e477e57" providerId="ADAL" clId="{1D18A435-1C0D-4355-BCE5-4130E0C62392}" dt="2026-06-21T07:05:57.945" v="3056" actId="21"/>
          <ac:spMkLst>
            <pc:docMk/>
            <pc:sldMk cId="2519727083" sldId="295"/>
            <ac:spMk id="3" creationId="{52B85BAB-3424-028C-3469-39F0884623B3}"/>
          </ac:spMkLst>
        </pc:spChg>
        <pc:spChg chg="add mod">
          <ac:chgData name="Hernandez, Ariana" userId="bda27b86-1f5f-4697-abd1-f86f5e477e57" providerId="ADAL" clId="{1D18A435-1C0D-4355-BCE5-4130E0C62392}" dt="2026-06-21T07:05:57.945" v="3056" actId="21"/>
          <ac:spMkLst>
            <pc:docMk/>
            <pc:sldMk cId="2519727083" sldId="295"/>
            <ac:spMk id="6" creationId="{899E240D-981C-744C-8B46-407BAF73CA37}"/>
          </ac:spMkLst>
        </pc:spChg>
        <pc:spChg chg="mod">
          <ac:chgData name="Hernandez, Ariana" userId="bda27b86-1f5f-4697-abd1-f86f5e477e57" providerId="ADAL" clId="{1D18A435-1C0D-4355-BCE5-4130E0C62392}" dt="2026-06-21T07:05:25.352" v="3053" actId="20577"/>
          <ac:spMkLst>
            <pc:docMk/>
            <pc:sldMk cId="2519727083" sldId="295"/>
            <ac:spMk id="8" creationId="{721E73BA-53B9-C0C1-476A-00736A64AB79}"/>
          </ac:spMkLst>
        </pc:spChg>
        <pc:spChg chg="del">
          <ac:chgData name="Hernandez, Ariana" userId="bda27b86-1f5f-4697-abd1-f86f5e477e57" providerId="ADAL" clId="{1D18A435-1C0D-4355-BCE5-4130E0C62392}" dt="2026-06-21T07:05:57.945" v="3056" actId="21"/>
          <ac:spMkLst>
            <pc:docMk/>
            <pc:sldMk cId="2519727083" sldId="295"/>
            <ac:spMk id="9" creationId="{FA96FE97-5E27-FC36-5E3A-511A31E6C789}"/>
          </ac:spMkLst>
        </pc:spChg>
        <pc:spChg chg="del">
          <ac:chgData name="Hernandez, Ariana" userId="bda27b86-1f5f-4697-abd1-f86f5e477e57" providerId="ADAL" clId="{1D18A435-1C0D-4355-BCE5-4130E0C62392}" dt="2026-06-21T07:05:57.945" v="3056" actId="21"/>
          <ac:spMkLst>
            <pc:docMk/>
            <pc:sldMk cId="2519727083" sldId="295"/>
            <ac:spMk id="10" creationId="{4CE5DE1C-24E7-3841-9376-89E91B4A4762}"/>
          </ac:spMkLst>
        </pc:spChg>
        <pc:spChg chg="del">
          <ac:chgData name="Hernandez, Ariana" userId="bda27b86-1f5f-4697-abd1-f86f5e477e57" providerId="ADAL" clId="{1D18A435-1C0D-4355-BCE5-4130E0C62392}" dt="2026-06-21T07:05:57.945" v="3056" actId="21"/>
          <ac:spMkLst>
            <pc:docMk/>
            <pc:sldMk cId="2519727083" sldId="295"/>
            <ac:spMk id="11" creationId="{DC774673-50D8-2D6F-C339-6E4B0A126B06}"/>
          </ac:spMkLst>
        </pc:spChg>
        <pc:spChg chg="del">
          <ac:chgData name="Hernandez, Ariana" userId="bda27b86-1f5f-4697-abd1-f86f5e477e57" providerId="ADAL" clId="{1D18A435-1C0D-4355-BCE5-4130E0C62392}" dt="2026-06-21T07:05:57.945" v="3056" actId="21"/>
          <ac:spMkLst>
            <pc:docMk/>
            <pc:sldMk cId="2519727083" sldId="295"/>
            <ac:spMk id="12" creationId="{D3E02E0C-26E8-8160-D35F-2398015C051B}"/>
          </ac:spMkLst>
        </pc:spChg>
        <pc:spChg chg="add mod">
          <ac:chgData name="Hernandez, Ariana" userId="bda27b86-1f5f-4697-abd1-f86f5e477e57" providerId="ADAL" clId="{1D18A435-1C0D-4355-BCE5-4130E0C62392}" dt="2026-06-21T07:05:57.945" v="3056" actId="21"/>
          <ac:spMkLst>
            <pc:docMk/>
            <pc:sldMk cId="2519727083" sldId="295"/>
            <ac:spMk id="15" creationId="{AF98D985-B9C3-C6DE-971F-2038E44E2EB3}"/>
          </ac:spMkLst>
        </pc:spChg>
        <pc:spChg chg="add mod">
          <ac:chgData name="Hernandez, Ariana" userId="bda27b86-1f5f-4697-abd1-f86f5e477e57" providerId="ADAL" clId="{1D18A435-1C0D-4355-BCE5-4130E0C62392}" dt="2026-06-21T07:05:57.945" v="3056" actId="21"/>
          <ac:spMkLst>
            <pc:docMk/>
            <pc:sldMk cId="2519727083" sldId="295"/>
            <ac:spMk id="17" creationId="{C59C9609-CD23-F660-6A6C-8685B8CA2380}"/>
          </ac:spMkLst>
        </pc:spChg>
        <pc:spChg chg="add mod">
          <ac:chgData name="Hernandez, Ariana" userId="bda27b86-1f5f-4697-abd1-f86f5e477e57" providerId="ADAL" clId="{1D18A435-1C0D-4355-BCE5-4130E0C62392}" dt="2026-06-21T07:05:57.945" v="3056" actId="21"/>
          <ac:spMkLst>
            <pc:docMk/>
            <pc:sldMk cId="2519727083" sldId="295"/>
            <ac:spMk id="21" creationId="{C24D04F4-D617-90D8-FAC3-DD046E4D62E3}"/>
          </ac:spMkLst>
        </pc:spChg>
        <pc:spChg chg="add mod">
          <ac:chgData name="Hernandez, Ariana" userId="bda27b86-1f5f-4697-abd1-f86f5e477e57" providerId="ADAL" clId="{1D18A435-1C0D-4355-BCE5-4130E0C62392}" dt="2026-06-21T07:05:57.945" v="3056" actId="21"/>
          <ac:spMkLst>
            <pc:docMk/>
            <pc:sldMk cId="2519727083" sldId="295"/>
            <ac:spMk id="25" creationId="{6E3B42F4-B129-051D-3A9B-BB1BB261BAA5}"/>
          </ac:spMkLst>
        </pc:spChg>
      </pc:sldChg>
      <pc:sldChg chg="delSp modSp mod">
        <pc:chgData name="Hernandez, Ariana" userId="bda27b86-1f5f-4697-abd1-f86f5e477e57" providerId="ADAL" clId="{1D18A435-1C0D-4355-BCE5-4130E0C62392}" dt="2026-06-22T01:59:05.432" v="3615" actId="20577"/>
        <pc:sldMkLst>
          <pc:docMk/>
          <pc:sldMk cId="3800699400" sldId="298"/>
        </pc:sldMkLst>
        <pc:spChg chg="mod">
          <ac:chgData name="Hernandez, Ariana" userId="bda27b86-1f5f-4697-abd1-f86f5e477e57" providerId="ADAL" clId="{1D18A435-1C0D-4355-BCE5-4130E0C62392}" dt="2026-06-21T05:28:28.508" v="41" actId="14100"/>
          <ac:spMkLst>
            <pc:docMk/>
            <pc:sldMk cId="3800699400" sldId="298"/>
            <ac:spMk id="2" creationId="{56AD8CEA-92BC-8E7A-4D93-7792AD7AA786}"/>
          </ac:spMkLst>
        </pc:spChg>
        <pc:spChg chg="mod">
          <ac:chgData name="Hernandez, Ariana" userId="bda27b86-1f5f-4697-abd1-f86f5e477e57" providerId="ADAL" clId="{1D18A435-1C0D-4355-BCE5-4130E0C62392}" dt="2026-06-22T01:59:05.432" v="3615" actId="20577"/>
          <ac:spMkLst>
            <pc:docMk/>
            <pc:sldMk cId="3800699400" sldId="298"/>
            <ac:spMk id="3" creationId="{318AE715-EB6E-8EE3-FE15-8D19A166443D}"/>
          </ac:spMkLst>
        </pc:spChg>
        <pc:spChg chg="mod">
          <ac:chgData name="Hernandez, Ariana" userId="bda27b86-1f5f-4697-abd1-f86f5e477e57" providerId="ADAL" clId="{1D18A435-1C0D-4355-BCE5-4130E0C62392}" dt="2026-06-21T05:32:11.322" v="143" actId="14100"/>
          <ac:spMkLst>
            <pc:docMk/>
            <pc:sldMk cId="3800699400" sldId="298"/>
            <ac:spMk id="4" creationId="{5CD7E9F0-EA92-C7A1-620A-8E7BC54B903C}"/>
          </ac:spMkLst>
        </pc:spChg>
        <pc:spChg chg="mod">
          <ac:chgData name="Hernandez, Ariana" userId="bda27b86-1f5f-4697-abd1-f86f5e477e57" providerId="ADAL" clId="{1D18A435-1C0D-4355-BCE5-4130E0C62392}" dt="2026-06-21T05:34:05.900" v="288" actId="20577"/>
          <ac:spMkLst>
            <pc:docMk/>
            <pc:sldMk cId="3800699400" sldId="298"/>
            <ac:spMk id="5" creationId="{F66C1434-ED39-B71E-F1BF-6BF722B27DC3}"/>
          </ac:spMkLst>
        </pc:spChg>
        <pc:spChg chg="mod">
          <ac:chgData name="Hernandez, Ariana" userId="bda27b86-1f5f-4697-abd1-f86f5e477e57" providerId="ADAL" clId="{1D18A435-1C0D-4355-BCE5-4130E0C62392}" dt="2026-06-21T05:23:47.886" v="8" actId="207"/>
          <ac:spMkLst>
            <pc:docMk/>
            <pc:sldMk cId="3800699400" sldId="298"/>
            <ac:spMk id="7" creationId="{D3E5FFCB-B628-38B2-B4A9-BFB57755D758}"/>
          </ac:spMkLst>
        </pc:spChg>
        <pc:spChg chg="mod">
          <ac:chgData name="Hernandez, Ariana" userId="bda27b86-1f5f-4697-abd1-f86f5e477e57" providerId="ADAL" clId="{1D18A435-1C0D-4355-BCE5-4130E0C62392}" dt="2026-06-21T05:24:41.007" v="12" actId="1076"/>
          <ac:spMkLst>
            <pc:docMk/>
            <pc:sldMk cId="3800699400" sldId="298"/>
            <ac:spMk id="9" creationId="{33E8139C-CA2A-9BAA-701A-EFDF340DB743}"/>
          </ac:spMkLst>
        </pc:spChg>
        <pc:spChg chg="mod">
          <ac:chgData name="Hernandez, Ariana" userId="bda27b86-1f5f-4697-abd1-f86f5e477e57" providerId="ADAL" clId="{1D18A435-1C0D-4355-BCE5-4130E0C62392}" dt="2026-06-21T05:24:46.938" v="13" actId="1076"/>
          <ac:spMkLst>
            <pc:docMk/>
            <pc:sldMk cId="3800699400" sldId="298"/>
            <ac:spMk id="10" creationId="{2553F137-BA80-252F-64C5-5467D849C2D6}"/>
          </ac:spMkLst>
        </pc:spChg>
        <pc:spChg chg="mod">
          <ac:chgData name="Hernandez, Ariana" userId="bda27b86-1f5f-4697-abd1-f86f5e477e57" providerId="ADAL" clId="{1D18A435-1C0D-4355-BCE5-4130E0C62392}" dt="2026-06-21T05:24:53.750" v="14" actId="1076"/>
          <ac:spMkLst>
            <pc:docMk/>
            <pc:sldMk cId="3800699400" sldId="298"/>
            <ac:spMk id="11" creationId="{678357DB-0815-6DB8-5C47-22322E42B56C}"/>
          </ac:spMkLst>
        </pc:spChg>
        <pc:spChg chg="del">
          <ac:chgData name="Hernandez, Ariana" userId="bda27b86-1f5f-4697-abd1-f86f5e477e57" providerId="ADAL" clId="{1D18A435-1C0D-4355-BCE5-4130E0C62392}" dt="2026-06-21T07:13:15.075" v="3594" actId="21"/>
          <ac:spMkLst>
            <pc:docMk/>
            <pc:sldMk cId="3800699400" sldId="298"/>
            <ac:spMk id="13" creationId="{6971B3F7-A199-70AA-D9CC-D97C8A5BF97C}"/>
          </ac:spMkLst>
        </pc:spChg>
      </pc:sldChg>
      <pc:sldChg chg="addSp delSp modSp new mod">
        <pc:chgData name="Hernandez, Ariana" userId="bda27b86-1f5f-4697-abd1-f86f5e477e57" providerId="ADAL" clId="{1D18A435-1C0D-4355-BCE5-4130E0C62392}" dt="2026-06-21T07:13:07.665" v="3592" actId="21"/>
        <pc:sldMkLst>
          <pc:docMk/>
          <pc:sldMk cId="3339673610" sldId="299"/>
        </pc:sldMkLst>
        <pc:spChg chg="mod">
          <ac:chgData name="Hernandez, Ariana" userId="bda27b86-1f5f-4697-abd1-f86f5e477e57" providerId="ADAL" clId="{1D18A435-1C0D-4355-BCE5-4130E0C62392}" dt="2026-06-21T05:36:06.807" v="360" actId="20577"/>
          <ac:spMkLst>
            <pc:docMk/>
            <pc:sldMk cId="3339673610" sldId="299"/>
            <ac:spMk id="2" creationId="{9231BC49-1F59-D107-BBD4-6D841423F60D}"/>
          </ac:spMkLst>
        </pc:spChg>
        <pc:spChg chg="del">
          <ac:chgData name="Hernandez, Ariana" userId="bda27b86-1f5f-4697-abd1-f86f5e477e57" providerId="ADAL" clId="{1D18A435-1C0D-4355-BCE5-4130E0C62392}" dt="2026-06-21T05:35:06.384" v="290" actId="3680"/>
          <ac:spMkLst>
            <pc:docMk/>
            <pc:sldMk cId="3339673610" sldId="299"/>
            <ac:spMk id="3" creationId="{E867DD94-0199-C8CE-CBC0-47AB46B336BF}"/>
          </ac:spMkLst>
        </pc:spChg>
        <pc:spChg chg="del mod">
          <ac:chgData name="Hernandez, Ariana" userId="bda27b86-1f5f-4697-abd1-f86f5e477e57" providerId="ADAL" clId="{1D18A435-1C0D-4355-BCE5-4130E0C62392}" dt="2026-06-21T07:13:07.665" v="3592" actId="21"/>
          <ac:spMkLst>
            <pc:docMk/>
            <pc:sldMk cId="3339673610" sldId="299"/>
            <ac:spMk id="4" creationId="{8E0F1B2E-AEC0-EE71-8937-D847E31A1E0D}"/>
          </ac:spMkLst>
        </pc:spChg>
        <pc:graphicFrameChg chg="add mod ord modGraphic">
          <ac:chgData name="Hernandez, Ariana" userId="bda27b86-1f5f-4697-abd1-f86f5e477e57" providerId="ADAL" clId="{1D18A435-1C0D-4355-BCE5-4130E0C62392}" dt="2026-06-21T05:45:17.987" v="1049" actId="313"/>
          <ac:graphicFrameMkLst>
            <pc:docMk/>
            <pc:sldMk cId="3339673610" sldId="299"/>
            <ac:graphicFrameMk id="6" creationId="{13BC36DE-C2FD-E58B-1F58-1F3A8BC467C1}"/>
          </ac:graphicFrameMkLst>
        </pc:graphicFrameChg>
      </pc:sldChg>
      <pc:sldChg chg="delSp modSp new mod">
        <pc:chgData name="Hernandez, Ariana" userId="bda27b86-1f5f-4697-abd1-f86f5e477e57" providerId="ADAL" clId="{1D18A435-1C0D-4355-BCE5-4130E0C62392}" dt="2026-06-21T07:13:41.874" v="3597" actId="21"/>
        <pc:sldMkLst>
          <pc:docMk/>
          <pc:sldMk cId="3436826274" sldId="300"/>
        </pc:sldMkLst>
        <pc:spChg chg="mod">
          <ac:chgData name="Hernandez, Ariana" userId="bda27b86-1f5f-4697-abd1-f86f5e477e57" providerId="ADAL" clId="{1D18A435-1C0D-4355-BCE5-4130E0C62392}" dt="2026-06-21T05:46:53.008" v="1073" actId="20577"/>
          <ac:spMkLst>
            <pc:docMk/>
            <pc:sldMk cId="3436826274" sldId="300"/>
            <ac:spMk id="2" creationId="{BD0547C9-E794-4E87-8255-3F30CD08DC9B}"/>
          </ac:spMkLst>
        </pc:spChg>
        <pc:spChg chg="mod">
          <ac:chgData name="Hernandez, Ariana" userId="bda27b86-1f5f-4697-abd1-f86f5e477e57" providerId="ADAL" clId="{1D18A435-1C0D-4355-BCE5-4130E0C62392}" dt="2026-06-21T05:47:34.393" v="1122" actId="403"/>
          <ac:spMkLst>
            <pc:docMk/>
            <pc:sldMk cId="3436826274" sldId="300"/>
            <ac:spMk id="3" creationId="{E250908C-7874-A1FF-FB6D-3B65FD1A212A}"/>
          </ac:spMkLst>
        </pc:spChg>
        <pc:spChg chg="del">
          <ac:chgData name="Hernandez, Ariana" userId="bda27b86-1f5f-4697-abd1-f86f5e477e57" providerId="ADAL" clId="{1D18A435-1C0D-4355-BCE5-4130E0C62392}" dt="2026-06-21T07:13:41.874" v="3597" actId="21"/>
          <ac:spMkLst>
            <pc:docMk/>
            <pc:sldMk cId="3436826274" sldId="300"/>
            <ac:spMk id="4" creationId="{9F04C8A7-1495-539B-1269-F0635AA5BE3C}"/>
          </ac:spMkLst>
        </pc:spChg>
      </pc:sldChg>
      <pc:sldChg chg="delSp modSp new mod ord">
        <pc:chgData name="Hernandez, Ariana" userId="bda27b86-1f5f-4697-abd1-f86f5e477e57" providerId="ADAL" clId="{1D18A435-1C0D-4355-BCE5-4130E0C62392}" dt="2026-06-21T07:13:11.218" v="3593" actId="21"/>
        <pc:sldMkLst>
          <pc:docMk/>
          <pc:sldMk cId="668289951" sldId="301"/>
        </pc:sldMkLst>
        <pc:spChg chg="mod">
          <ac:chgData name="Hernandez, Ariana" userId="bda27b86-1f5f-4697-abd1-f86f5e477e57" providerId="ADAL" clId="{1D18A435-1C0D-4355-BCE5-4130E0C62392}" dt="2026-06-21T06:44:51.057" v="2364" actId="20577"/>
          <ac:spMkLst>
            <pc:docMk/>
            <pc:sldMk cId="668289951" sldId="301"/>
            <ac:spMk id="2" creationId="{DF755EFC-98AC-6B15-AAE5-91A9F6DBA326}"/>
          </ac:spMkLst>
        </pc:spChg>
        <pc:spChg chg="mod">
          <ac:chgData name="Hernandez, Ariana" userId="bda27b86-1f5f-4697-abd1-f86f5e477e57" providerId="ADAL" clId="{1D18A435-1C0D-4355-BCE5-4130E0C62392}" dt="2026-06-21T05:50:46.361" v="1192" actId="20577"/>
          <ac:spMkLst>
            <pc:docMk/>
            <pc:sldMk cId="668289951" sldId="301"/>
            <ac:spMk id="3" creationId="{473D93E7-F9E5-3F0E-9E48-784D6A2D3B08}"/>
          </ac:spMkLst>
        </pc:spChg>
        <pc:spChg chg="del">
          <ac:chgData name="Hernandez, Ariana" userId="bda27b86-1f5f-4697-abd1-f86f5e477e57" providerId="ADAL" clId="{1D18A435-1C0D-4355-BCE5-4130E0C62392}" dt="2026-06-21T07:13:11.218" v="3593" actId="21"/>
          <ac:spMkLst>
            <pc:docMk/>
            <pc:sldMk cId="668289951" sldId="301"/>
            <ac:spMk id="4" creationId="{3D94D718-A166-B1EA-74A9-45338419E0D9}"/>
          </ac:spMkLst>
        </pc:spChg>
      </pc:sldChg>
      <pc:sldChg chg="new del">
        <pc:chgData name="Hernandez, Ariana" userId="bda27b86-1f5f-4697-abd1-f86f5e477e57" providerId="ADAL" clId="{1D18A435-1C0D-4355-BCE5-4130E0C62392}" dt="2026-06-21T05:50:06.482" v="1126" actId="2696"/>
        <pc:sldMkLst>
          <pc:docMk/>
          <pc:sldMk cId="1893543002" sldId="301"/>
        </pc:sldMkLst>
      </pc:sldChg>
      <pc:sldChg chg="addSp delSp modSp new mod">
        <pc:chgData name="Hernandez, Ariana" userId="bda27b86-1f5f-4697-abd1-f86f5e477e57" providerId="ADAL" clId="{1D18A435-1C0D-4355-BCE5-4130E0C62392}" dt="2026-06-21T07:13:46.289" v="3598" actId="21"/>
        <pc:sldMkLst>
          <pc:docMk/>
          <pc:sldMk cId="3380396937" sldId="302"/>
        </pc:sldMkLst>
        <pc:spChg chg="mod">
          <ac:chgData name="Hernandez, Ariana" userId="bda27b86-1f5f-4697-abd1-f86f5e477e57" providerId="ADAL" clId="{1D18A435-1C0D-4355-BCE5-4130E0C62392}" dt="2026-06-21T06:35:25.815" v="2186" actId="1582"/>
          <ac:spMkLst>
            <pc:docMk/>
            <pc:sldMk cId="3380396937" sldId="302"/>
            <ac:spMk id="2" creationId="{6D16E522-B5B2-C40B-9FB5-C36934B35343}"/>
          </ac:spMkLst>
        </pc:spChg>
        <pc:spChg chg="mod">
          <ac:chgData name="Hernandez, Ariana" userId="bda27b86-1f5f-4697-abd1-f86f5e477e57" providerId="ADAL" clId="{1D18A435-1C0D-4355-BCE5-4130E0C62392}" dt="2026-06-21T06:43:24.697" v="2343" actId="20577"/>
          <ac:spMkLst>
            <pc:docMk/>
            <pc:sldMk cId="3380396937" sldId="302"/>
            <ac:spMk id="3" creationId="{C439FDC5-8F31-5D98-7D81-356A59EE54C2}"/>
          </ac:spMkLst>
        </pc:spChg>
        <pc:spChg chg="del">
          <ac:chgData name="Hernandez, Ariana" userId="bda27b86-1f5f-4697-abd1-f86f5e477e57" providerId="ADAL" clId="{1D18A435-1C0D-4355-BCE5-4130E0C62392}" dt="2026-06-21T07:13:46.289" v="3598" actId="21"/>
          <ac:spMkLst>
            <pc:docMk/>
            <pc:sldMk cId="3380396937" sldId="302"/>
            <ac:spMk id="4" creationId="{10E11B37-3707-200F-5666-BDDD36EC0BE8}"/>
          </ac:spMkLst>
        </pc:spChg>
        <pc:spChg chg="add del mod">
          <ac:chgData name="Hernandez, Ariana" userId="bda27b86-1f5f-4697-abd1-f86f5e477e57" providerId="ADAL" clId="{1D18A435-1C0D-4355-BCE5-4130E0C62392}" dt="2026-06-21T06:39:54.307" v="2236"/>
          <ac:spMkLst>
            <pc:docMk/>
            <pc:sldMk cId="3380396937" sldId="302"/>
            <ac:spMk id="8" creationId="{E5F78EE4-692A-59E9-BF45-96C200681897}"/>
          </ac:spMkLst>
        </pc:spChg>
        <pc:spChg chg="add mod">
          <ac:chgData name="Hernandez, Ariana" userId="bda27b86-1f5f-4697-abd1-f86f5e477e57" providerId="ADAL" clId="{1D18A435-1C0D-4355-BCE5-4130E0C62392}" dt="2026-06-21T06:42:18.623" v="2289" actId="208"/>
          <ac:spMkLst>
            <pc:docMk/>
            <pc:sldMk cId="3380396937" sldId="302"/>
            <ac:spMk id="9" creationId="{F5B6D533-1527-79D7-55E4-7554DD1F4EE5}"/>
          </ac:spMkLst>
        </pc:spChg>
        <pc:spChg chg="add del">
          <ac:chgData name="Hernandez, Ariana" userId="bda27b86-1f5f-4697-abd1-f86f5e477e57" providerId="ADAL" clId="{1D18A435-1C0D-4355-BCE5-4130E0C62392}" dt="2026-06-21T06:40:45.676" v="2251" actId="21"/>
          <ac:spMkLst>
            <pc:docMk/>
            <pc:sldMk cId="3380396937" sldId="302"/>
            <ac:spMk id="11" creationId="{87865B14-9C8D-FD07-DC0C-DF99A18C491C}"/>
          </ac:spMkLst>
        </pc:spChg>
        <pc:spChg chg="add mod">
          <ac:chgData name="Hernandez, Ariana" userId="bda27b86-1f5f-4697-abd1-f86f5e477e57" providerId="ADAL" clId="{1D18A435-1C0D-4355-BCE5-4130E0C62392}" dt="2026-06-21T06:42:18.623" v="2289" actId="208"/>
          <ac:spMkLst>
            <pc:docMk/>
            <pc:sldMk cId="3380396937" sldId="302"/>
            <ac:spMk id="13" creationId="{34A7F058-84D4-A879-B36D-02B57F214A2B}"/>
          </ac:spMkLst>
        </pc:spChg>
        <pc:spChg chg="add mod">
          <ac:chgData name="Hernandez, Ariana" userId="bda27b86-1f5f-4697-abd1-f86f5e477e57" providerId="ADAL" clId="{1D18A435-1C0D-4355-BCE5-4130E0C62392}" dt="2026-06-21T06:42:44.100" v="2293" actId="1076"/>
          <ac:spMkLst>
            <pc:docMk/>
            <pc:sldMk cId="3380396937" sldId="302"/>
            <ac:spMk id="15" creationId="{2E9FA427-B45B-1A80-37E4-0C94202F5DFC}"/>
          </ac:spMkLst>
        </pc:spChg>
        <pc:spChg chg="add mod">
          <ac:chgData name="Hernandez, Ariana" userId="bda27b86-1f5f-4697-abd1-f86f5e477e57" providerId="ADAL" clId="{1D18A435-1C0D-4355-BCE5-4130E0C62392}" dt="2026-06-21T06:43:00.227" v="2296" actId="1076"/>
          <ac:spMkLst>
            <pc:docMk/>
            <pc:sldMk cId="3380396937" sldId="302"/>
            <ac:spMk id="17" creationId="{D82A8AC9-4284-2135-1DCB-FE69C2733C42}"/>
          </ac:spMkLst>
        </pc:spChg>
        <pc:cxnChg chg="add mod">
          <ac:chgData name="Hernandez, Ariana" userId="bda27b86-1f5f-4697-abd1-f86f5e477e57" providerId="ADAL" clId="{1D18A435-1C0D-4355-BCE5-4130E0C62392}" dt="2026-06-21T06:42:18.623" v="2289" actId="208"/>
          <ac:cxnSpMkLst>
            <pc:docMk/>
            <pc:sldMk cId="3380396937" sldId="302"/>
            <ac:cxnSpMk id="7" creationId="{65D01C9F-8AFB-E006-2495-94CB3079B0DB}"/>
          </ac:cxnSpMkLst>
        </pc:cxnChg>
        <pc:cxnChg chg="add mod">
          <ac:chgData name="Hernandez, Ariana" userId="bda27b86-1f5f-4697-abd1-f86f5e477e57" providerId="ADAL" clId="{1D18A435-1C0D-4355-BCE5-4130E0C62392}" dt="2026-06-21T06:42:34.668" v="2291" actId="1076"/>
          <ac:cxnSpMkLst>
            <pc:docMk/>
            <pc:sldMk cId="3380396937" sldId="302"/>
            <ac:cxnSpMk id="18" creationId="{913FEF2C-B099-CA9F-00D5-038C65A3025A}"/>
          </ac:cxnSpMkLst>
        </pc:cxnChg>
        <pc:cxnChg chg="add mod">
          <ac:chgData name="Hernandez, Ariana" userId="bda27b86-1f5f-4697-abd1-f86f5e477e57" providerId="ADAL" clId="{1D18A435-1C0D-4355-BCE5-4130E0C62392}" dt="2026-06-21T06:42:57.858" v="2295" actId="1076"/>
          <ac:cxnSpMkLst>
            <pc:docMk/>
            <pc:sldMk cId="3380396937" sldId="302"/>
            <ac:cxnSpMk id="19" creationId="{C606292C-FDBC-FFF5-00B9-6383111D1ED8}"/>
          </ac:cxnSpMkLst>
        </pc:cxnChg>
      </pc:sldChg>
      <pc:sldChg chg="addSp delSp modSp new mod">
        <pc:chgData name="Hernandez, Ariana" userId="bda27b86-1f5f-4697-abd1-f86f5e477e57" providerId="ADAL" clId="{1D18A435-1C0D-4355-BCE5-4130E0C62392}" dt="2026-06-21T06:44:24.680" v="2349" actId="208"/>
        <pc:sldMkLst>
          <pc:docMk/>
          <pc:sldMk cId="2831352028" sldId="303"/>
        </pc:sldMkLst>
        <pc:spChg chg="mod">
          <ac:chgData name="Hernandez, Ariana" userId="bda27b86-1f5f-4697-abd1-f86f5e477e57" providerId="ADAL" clId="{1D18A435-1C0D-4355-BCE5-4130E0C62392}" dt="2026-06-21T06:44:24.680" v="2349" actId="208"/>
          <ac:spMkLst>
            <pc:docMk/>
            <pc:sldMk cId="2831352028" sldId="303"/>
            <ac:spMk id="2" creationId="{37F1814E-E254-07F9-80CD-6AA2E290F484}"/>
          </ac:spMkLst>
        </pc:spChg>
        <pc:spChg chg="mod">
          <ac:chgData name="Hernandez, Ariana" userId="bda27b86-1f5f-4697-abd1-f86f5e477e57" providerId="ADAL" clId="{1D18A435-1C0D-4355-BCE5-4130E0C62392}" dt="2026-06-21T06:34:42.515" v="2180" actId="948"/>
          <ac:spMkLst>
            <pc:docMk/>
            <pc:sldMk cId="2831352028" sldId="303"/>
            <ac:spMk id="3" creationId="{63544A38-8E51-0576-A435-41917C1FC326}"/>
          </ac:spMkLst>
        </pc:spChg>
        <pc:spChg chg="del">
          <ac:chgData name="Hernandez, Ariana" userId="bda27b86-1f5f-4697-abd1-f86f5e477e57" providerId="ADAL" clId="{1D18A435-1C0D-4355-BCE5-4130E0C62392}" dt="2026-06-21T06:25:31.115" v="1692" actId="21"/>
          <ac:spMkLst>
            <pc:docMk/>
            <pc:sldMk cId="2831352028" sldId="303"/>
            <ac:spMk id="4" creationId="{A40AA19F-31AD-9FFC-1838-690276E17A86}"/>
          </ac:spMkLst>
        </pc:spChg>
        <pc:spChg chg="mod">
          <ac:chgData name="Hernandez, Ariana" userId="bda27b86-1f5f-4697-abd1-f86f5e477e57" providerId="ADAL" clId="{1D18A435-1C0D-4355-BCE5-4130E0C62392}" dt="2026-06-21T06:33:22.786" v="2165" actId="403"/>
          <ac:spMkLst>
            <pc:docMk/>
            <pc:sldMk cId="2831352028" sldId="303"/>
            <ac:spMk id="5" creationId="{D5346B45-19B4-ABA9-2E25-AC8E5F256377}"/>
          </ac:spMkLst>
        </pc:spChg>
        <pc:spChg chg="mod">
          <ac:chgData name="Hernandez, Ariana" userId="bda27b86-1f5f-4697-abd1-f86f5e477e57" providerId="ADAL" clId="{1D18A435-1C0D-4355-BCE5-4130E0C62392}" dt="2026-06-21T06:44:19.282" v="2348" actId="208"/>
          <ac:spMkLst>
            <pc:docMk/>
            <pc:sldMk cId="2831352028" sldId="303"/>
            <ac:spMk id="6" creationId="{564245B6-EDE5-B178-A87E-265DAA39D6DB}"/>
          </ac:spMkLst>
        </pc:spChg>
        <pc:spChg chg="mod">
          <ac:chgData name="Hernandez, Ariana" userId="bda27b86-1f5f-4697-abd1-f86f5e477e57" providerId="ADAL" clId="{1D18A435-1C0D-4355-BCE5-4130E0C62392}" dt="2026-06-21T06:34:42.186" v="2179" actId="948"/>
          <ac:spMkLst>
            <pc:docMk/>
            <pc:sldMk cId="2831352028" sldId="303"/>
            <ac:spMk id="7" creationId="{0F1EE86B-0A4A-AEDF-9479-EA764DFBB906}"/>
          </ac:spMkLst>
        </pc:spChg>
        <pc:spChg chg="add del">
          <ac:chgData name="Hernandez, Ariana" userId="bda27b86-1f5f-4697-abd1-f86f5e477e57" providerId="ADAL" clId="{1D18A435-1C0D-4355-BCE5-4130E0C62392}" dt="2026-06-21T06:25:48.135" v="1694" actId="21"/>
          <ac:spMkLst>
            <pc:docMk/>
            <pc:sldMk cId="2831352028" sldId="303"/>
            <ac:spMk id="9" creationId="{E049FB52-A52A-52F2-9C62-CA230A7C9D16}"/>
          </ac:spMkLst>
        </pc:spChg>
        <pc:spChg chg="add mod">
          <ac:chgData name="Hernandez, Ariana" userId="bda27b86-1f5f-4697-abd1-f86f5e477e57" providerId="ADAL" clId="{1D18A435-1C0D-4355-BCE5-4130E0C62392}" dt="2026-06-21T06:26:54.990" v="1701" actId="688"/>
          <ac:spMkLst>
            <pc:docMk/>
            <pc:sldMk cId="2831352028" sldId="303"/>
            <ac:spMk id="10" creationId="{5843058C-5A31-3002-7D21-20832D90D6A1}"/>
          </ac:spMkLst>
        </pc:spChg>
        <pc:spChg chg="add del">
          <ac:chgData name="Hernandez, Ariana" userId="bda27b86-1f5f-4697-abd1-f86f5e477e57" providerId="ADAL" clId="{1D18A435-1C0D-4355-BCE5-4130E0C62392}" dt="2026-06-21T06:32:57.790" v="2147" actId="21"/>
          <ac:spMkLst>
            <pc:docMk/>
            <pc:sldMk cId="2831352028" sldId="303"/>
            <ac:spMk id="12" creationId="{970208F9-55C3-EA79-CF17-1F60FDCE1AAB}"/>
          </ac:spMkLst>
        </pc:spChg>
      </pc:sldChg>
      <pc:sldChg chg="addSp delSp modSp new mod">
        <pc:chgData name="Hernandez, Ariana" userId="bda27b86-1f5f-4697-abd1-f86f5e477e57" providerId="ADAL" clId="{1D18A435-1C0D-4355-BCE5-4130E0C62392}" dt="2026-06-21T07:13:50.191" v="3599" actId="21"/>
        <pc:sldMkLst>
          <pc:docMk/>
          <pc:sldMk cId="2585647807" sldId="304"/>
        </pc:sldMkLst>
        <pc:spChg chg="mod">
          <ac:chgData name="Hernandez, Ariana" userId="bda27b86-1f5f-4697-abd1-f86f5e477e57" providerId="ADAL" clId="{1D18A435-1C0D-4355-BCE5-4130E0C62392}" dt="2026-06-21T06:45:45.943" v="2423" actId="20577"/>
          <ac:spMkLst>
            <pc:docMk/>
            <pc:sldMk cId="2585647807" sldId="304"/>
            <ac:spMk id="2" creationId="{81444CF9-890D-5A35-565E-E96101E073C2}"/>
          </ac:spMkLst>
        </pc:spChg>
        <pc:spChg chg="mod">
          <ac:chgData name="Hernandez, Ariana" userId="bda27b86-1f5f-4697-abd1-f86f5e477e57" providerId="ADAL" clId="{1D18A435-1C0D-4355-BCE5-4130E0C62392}" dt="2026-06-21T07:02:06.629" v="3007" actId="1582"/>
          <ac:spMkLst>
            <pc:docMk/>
            <pc:sldMk cId="2585647807" sldId="304"/>
            <ac:spMk id="3" creationId="{080AC364-08AB-93FA-B1FA-2629BB11B1ED}"/>
          </ac:spMkLst>
        </pc:spChg>
        <pc:spChg chg="del">
          <ac:chgData name="Hernandez, Ariana" userId="bda27b86-1f5f-4697-abd1-f86f5e477e57" providerId="ADAL" clId="{1D18A435-1C0D-4355-BCE5-4130E0C62392}" dt="2026-06-21T07:13:50.191" v="3599" actId="21"/>
          <ac:spMkLst>
            <pc:docMk/>
            <pc:sldMk cId="2585647807" sldId="304"/>
            <ac:spMk id="4" creationId="{C9168E13-7CF7-D7FA-EDDB-717E5B85D1F9}"/>
          </ac:spMkLst>
        </pc:spChg>
        <pc:spChg chg="add mod">
          <ac:chgData name="Hernandez, Ariana" userId="bda27b86-1f5f-4697-abd1-f86f5e477e57" providerId="ADAL" clId="{1D18A435-1C0D-4355-BCE5-4130E0C62392}" dt="2026-06-21T07:04:20.093" v="3024" actId="1076"/>
          <ac:spMkLst>
            <pc:docMk/>
            <pc:sldMk cId="2585647807" sldId="304"/>
            <ac:spMk id="6" creationId="{B56F9A63-327C-535D-41C5-8973C9E578D6}"/>
          </ac:spMkLst>
        </pc:spChg>
        <pc:spChg chg="add mod">
          <ac:chgData name="Hernandez, Ariana" userId="bda27b86-1f5f-4697-abd1-f86f5e477e57" providerId="ADAL" clId="{1D18A435-1C0D-4355-BCE5-4130E0C62392}" dt="2026-06-21T07:02:57.054" v="3013" actId="208"/>
          <ac:spMkLst>
            <pc:docMk/>
            <pc:sldMk cId="2585647807" sldId="304"/>
            <ac:spMk id="9" creationId="{709AC456-258D-8DCD-3EE9-E133BFC059C5}"/>
          </ac:spMkLst>
        </pc:spChg>
        <pc:spChg chg="add mod">
          <ac:chgData name="Hernandez, Ariana" userId="bda27b86-1f5f-4697-abd1-f86f5e477e57" providerId="ADAL" clId="{1D18A435-1C0D-4355-BCE5-4130E0C62392}" dt="2026-06-21T07:03:29.456" v="3019" actId="14100"/>
          <ac:spMkLst>
            <pc:docMk/>
            <pc:sldMk cId="2585647807" sldId="304"/>
            <ac:spMk id="10" creationId="{0B22B9F5-BD59-A86F-67A4-3658A8F01ABB}"/>
          </ac:spMkLst>
        </pc:spChg>
        <pc:spChg chg="add mod">
          <ac:chgData name="Hernandez, Ariana" userId="bda27b86-1f5f-4697-abd1-f86f5e477e57" providerId="ADAL" clId="{1D18A435-1C0D-4355-BCE5-4130E0C62392}" dt="2026-06-21T07:04:47.607" v="3030" actId="207"/>
          <ac:spMkLst>
            <pc:docMk/>
            <pc:sldMk cId="2585647807" sldId="304"/>
            <ac:spMk id="11" creationId="{19012BC5-EF41-BB43-CFB7-40B2BDEE5B01}"/>
          </ac:spMkLst>
        </pc:spChg>
        <pc:picChg chg="add del mod">
          <ac:chgData name="Hernandez, Ariana" userId="bda27b86-1f5f-4697-abd1-f86f5e477e57" providerId="ADAL" clId="{1D18A435-1C0D-4355-BCE5-4130E0C62392}" dt="2026-06-21T06:47:24.381" v="2442" actId="21"/>
          <ac:picMkLst>
            <pc:docMk/>
            <pc:sldMk cId="2585647807" sldId="304"/>
            <ac:picMk id="8" creationId="{9FFA267A-270F-3025-AFBA-941A5BBA2A4C}"/>
          </ac:picMkLst>
        </pc:picChg>
      </pc:sldChg>
      <pc:sldChg chg="addSp delSp modSp new mod ord">
        <pc:chgData name="Hernandez, Ariana" userId="bda27b86-1f5f-4697-abd1-f86f5e477e57" providerId="ADAL" clId="{1D18A435-1C0D-4355-BCE5-4130E0C62392}" dt="2026-06-21T07:14:31.350" v="3604" actId="122"/>
        <pc:sldMkLst>
          <pc:docMk/>
          <pc:sldMk cId="197639655" sldId="305"/>
        </pc:sldMkLst>
        <pc:spChg chg="mod">
          <ac:chgData name="Hernandez, Ariana" userId="bda27b86-1f5f-4697-abd1-f86f5e477e57" providerId="ADAL" clId="{1D18A435-1C0D-4355-BCE5-4130E0C62392}" dt="2026-06-21T07:14:31.350" v="3604" actId="122"/>
          <ac:spMkLst>
            <pc:docMk/>
            <pc:sldMk cId="197639655" sldId="305"/>
            <ac:spMk id="2" creationId="{212695DF-A414-355E-59BE-FDF742B34606}"/>
          </ac:spMkLst>
        </pc:spChg>
        <pc:spChg chg="mod">
          <ac:chgData name="Hernandez, Ariana" userId="bda27b86-1f5f-4697-abd1-f86f5e477e57" providerId="ADAL" clId="{1D18A435-1C0D-4355-BCE5-4130E0C62392}" dt="2026-06-21T07:07:13.938" v="3078" actId="2711"/>
          <ac:spMkLst>
            <pc:docMk/>
            <pc:sldMk cId="197639655" sldId="305"/>
            <ac:spMk id="3" creationId="{97019728-5781-C450-EDFA-C4637D0D07D3}"/>
          </ac:spMkLst>
        </pc:spChg>
        <pc:spChg chg="del">
          <ac:chgData name="Hernandez, Ariana" userId="bda27b86-1f5f-4697-abd1-f86f5e477e57" providerId="ADAL" clId="{1D18A435-1C0D-4355-BCE5-4130E0C62392}" dt="2026-06-21T07:14:03.916" v="3601" actId="21"/>
          <ac:spMkLst>
            <pc:docMk/>
            <pc:sldMk cId="197639655" sldId="305"/>
            <ac:spMk id="4" creationId="{F4DC45F2-7E92-1FA1-B1BA-4E836ACE6A8F}"/>
          </ac:spMkLst>
        </pc:spChg>
        <pc:spChg chg="add del">
          <ac:chgData name="Hernandez, Ariana" userId="bda27b86-1f5f-4697-abd1-f86f5e477e57" providerId="ADAL" clId="{1D18A435-1C0D-4355-BCE5-4130E0C62392}" dt="2026-06-21T07:06:47.505" v="3076" actId="22"/>
          <ac:spMkLst>
            <pc:docMk/>
            <pc:sldMk cId="197639655" sldId="305"/>
            <ac:spMk id="7" creationId="{E24E62D7-3D08-7BCE-84CB-87D4E5F4C4A4}"/>
          </ac:spMkLst>
        </pc:spChg>
      </pc:sldChg>
      <pc:sldChg chg="new del">
        <pc:chgData name="Hernandez, Ariana" userId="bda27b86-1f5f-4697-abd1-f86f5e477e57" providerId="ADAL" clId="{1D18A435-1C0D-4355-BCE5-4130E0C62392}" dt="2026-06-21T07:06:11.719" v="3059" actId="2696"/>
        <pc:sldMkLst>
          <pc:docMk/>
          <pc:sldMk cId="3476936169" sldId="305"/>
        </pc:sldMkLst>
      </pc:sldChg>
      <pc:sldChg chg="add del">
        <pc:chgData name="Hernandez, Ariana" userId="bda27b86-1f5f-4697-abd1-f86f5e477e57" providerId="ADAL" clId="{1D18A435-1C0D-4355-BCE5-4130E0C62392}" dt="2026-06-21T07:06:33.967" v="3074"/>
        <pc:sldMkLst>
          <pc:docMk/>
          <pc:sldMk cId="3148707176" sldId="306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27E3961-5613-64C6-63C3-6085D0CDAE5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06D1F08-FF42-95F6-3130-AE63E560487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D26A2A-0A96-0647-84E5-C82F2EFD9474}" type="datetimeFigureOut">
              <a:rPr lang="en-US" smtClean="0"/>
              <a:t>6/20/2026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D5B35B-A046-EC3C-A80E-3D9D12C1498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02DDE3-703C-8B4C-9506-EC0A39AACDD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8DC1D1-B6C2-C644-8BF1-C34DBFFE1C7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34793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Header Placeholder 7">
            <a:extLst>
              <a:ext uri="{FF2B5EF4-FFF2-40B4-BE49-F238E27FC236}">
                <a16:creationId xmlns:a16="http://schemas.microsoft.com/office/drawing/2014/main" id="{A894A48D-3417-BE20-3062-A3660969046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9" name="Slide Image Placeholder 8">
            <a:extLst>
              <a:ext uri="{FF2B5EF4-FFF2-40B4-BE49-F238E27FC236}">
                <a16:creationId xmlns:a16="http://schemas.microsoft.com/office/drawing/2014/main" id="{AC9ED954-709D-51DC-3EA0-0E06FE1D72A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1F57F2FB-2942-7663-E6DB-E3A976549D5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ED31FE42-8AA6-DC9C-5EE7-8737143C1DDB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58D246-FB21-4ACB-9068-6447CC7872F8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12" name="Notes Placeholder 11">
            <a:extLst>
              <a:ext uri="{FF2B5EF4-FFF2-40B4-BE49-F238E27FC236}">
                <a16:creationId xmlns:a16="http://schemas.microsoft.com/office/drawing/2014/main" id="{5F659C92-43C4-05C5-9170-5CF256AF99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4923A81-0599-8ECF-BDF0-A4898D4682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BF3159-94EB-4F6B-8273-09F1A6B019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6651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1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37128833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2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9143740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3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32358183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4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96138661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12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29793020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Image">
    <p:bg>
      <p:bgPr>
        <a:solidFill>
          <a:schemeClr val="accent3">
            <a:alpha val="2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EC2501B-DEA6-190E-3633-E32F635B7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764" y="1986926"/>
            <a:ext cx="5257793" cy="2057441"/>
          </a:xfrm>
        </p:spPr>
        <p:txBody>
          <a:bodyPr>
            <a:noAutofit/>
          </a:bodyPr>
          <a:lstStyle/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cxnSp>
        <p:nvCxnSpPr>
          <p:cNvPr id="24" name="Straight Connector 2">
            <a:extLst>
              <a:ext uri="{FF2B5EF4-FFF2-40B4-BE49-F238E27FC236}">
                <a16:creationId xmlns:a16="http://schemas.microsoft.com/office/drawing/2014/main" id="{F1FCCFDB-D985-4322-AC87-F69214893708}"/>
              </a:ext>
            </a:extLst>
          </p:cNvPr>
          <p:cNvCxnSpPr/>
          <p:nvPr userDrawn="1"/>
        </p:nvCxnSpPr>
        <p:spPr>
          <a:xfrm>
            <a:off x="1509005" y="4172084"/>
            <a:ext cx="0" cy="760288"/>
          </a:xfrm>
          <a:prstGeom prst="line">
            <a:avLst/>
          </a:prstGeom>
          <a:noFill/>
          <a:ln w="19050" cap="flat" cmpd="sng" algn="ctr">
            <a:solidFill>
              <a:srgbClr val="D84400"/>
            </a:solidFill>
            <a:prstDash val="solid"/>
            <a:miter lim="800000"/>
          </a:ln>
          <a:effectLst/>
        </p:spPr>
      </p:cxnSp>
      <p:sp>
        <p:nvSpPr>
          <p:cNvPr id="27" name="Content placeholder 47" descr="Click icon to add picture">
            <a:extLst>
              <a:ext uri="{FF2B5EF4-FFF2-40B4-BE49-F238E27FC236}">
                <a16:creationId xmlns:a16="http://schemas.microsoft.com/office/drawing/2014/main" id="{EA8265B5-83C5-4AE9-88AB-3F2443B57F00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601366" y="4172084"/>
            <a:ext cx="1570612" cy="76028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 b="0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noProof="0"/>
              <a:t>Click to edit Master title style </a:t>
            </a:r>
          </a:p>
        </p:txBody>
      </p:sp>
      <p:sp>
        <p:nvSpPr>
          <p:cNvPr id="47" name="Content placeholder 47">
            <a:extLst>
              <a:ext uri="{FF2B5EF4-FFF2-40B4-BE49-F238E27FC236}">
                <a16:creationId xmlns:a16="http://schemas.microsoft.com/office/drawing/2014/main" id="{0FFAAB58-ABE4-41AC-B94E-432936CE0301}"/>
              </a:ext>
            </a:extLst>
          </p:cNvPr>
          <p:cNvSpPr>
            <a:spLocks noGrp="1"/>
          </p:cNvSpPr>
          <p:nvPr>
            <p:ph type="pic" sz="quarter" idx="47" hasCustomPrompt="1"/>
          </p:nvPr>
        </p:nvSpPr>
        <p:spPr>
          <a:xfrm>
            <a:off x="6742557" y="821836"/>
            <a:ext cx="4405503" cy="5066346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>
                <a:solidFill>
                  <a:schemeClr val="accent6"/>
                </a:solidFill>
              </a:defRPr>
            </a:lvl1pPr>
          </a:lstStyle>
          <a:p>
            <a:r>
              <a:rPr lang="en-US" altLang="zh-CN" noProof="0" dirty="0"/>
              <a:t>Click icon to add picture≈≈</a:t>
            </a:r>
          </a:p>
        </p:txBody>
      </p:sp>
      <p:sp>
        <p:nvSpPr>
          <p:cNvPr id="9" name="Freeform: Shape 11">
            <a:extLst>
              <a:ext uri="{FF2B5EF4-FFF2-40B4-BE49-F238E27FC236}">
                <a16:creationId xmlns:a16="http://schemas.microsoft.com/office/drawing/2014/main" id="{9ECA281C-F2CB-AE9D-DCD6-F94D3FEE2E67}"/>
              </a:ext>
            </a:extLst>
          </p:cNvPr>
          <p:cNvSpPr/>
          <p:nvPr userDrawn="1"/>
        </p:nvSpPr>
        <p:spPr>
          <a:xfrm>
            <a:off x="7441324" y="5568778"/>
            <a:ext cx="829927" cy="949454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3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966495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28">
          <p15:clr>
            <a:srgbClr val="FBAE40"/>
          </p15:clr>
        </p15:guide>
        <p15:guide id="2" orient="horz" pos="528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>
            <a:extLst>
              <a:ext uri="{FF2B5EF4-FFF2-40B4-BE49-F238E27FC236}">
                <a16:creationId xmlns:a16="http://schemas.microsoft.com/office/drawing/2014/main" id="{5518B595-5A04-0768-52B1-73F11E4754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572" y="3435545"/>
            <a:ext cx="4253399" cy="1740114"/>
          </a:xfrm>
        </p:spPr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Freeform: Shape 4">
            <a:extLst>
              <a:ext uri="{FF2B5EF4-FFF2-40B4-BE49-F238E27FC236}">
                <a16:creationId xmlns:a16="http://schemas.microsoft.com/office/drawing/2014/main" id="{AE722AFD-22D7-4BD8-B055-3867C3800E16}"/>
              </a:ext>
            </a:extLst>
          </p:cNvPr>
          <p:cNvSpPr/>
          <p:nvPr userDrawn="1"/>
        </p:nvSpPr>
        <p:spPr>
          <a:xfrm>
            <a:off x="6282845" y="525294"/>
            <a:ext cx="1913128" cy="2140085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5D0355E4-3980-42A9-9376-74163520D39D}"/>
              </a:ext>
            </a:extLst>
          </p:cNvPr>
          <p:cNvSpPr/>
          <p:nvPr userDrawn="1"/>
        </p:nvSpPr>
        <p:spPr>
          <a:xfrm>
            <a:off x="8375472" y="496110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70174533-8C0E-4E82-A582-891A0555FA1F}"/>
              </a:ext>
            </a:extLst>
          </p:cNvPr>
          <p:cNvSpPr/>
          <p:nvPr userDrawn="1"/>
        </p:nvSpPr>
        <p:spPr>
          <a:xfrm>
            <a:off x="7328126" y="2310315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071E3938-A754-4D49-B509-249EE9BD83AB}"/>
              </a:ext>
            </a:extLst>
          </p:cNvPr>
          <p:cNvSpPr/>
          <p:nvPr userDrawn="1"/>
        </p:nvSpPr>
        <p:spPr>
          <a:xfrm>
            <a:off x="8375472" y="4095335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9D430ED-A815-4274-966C-8192C4230569}"/>
              </a:ext>
            </a:extLst>
          </p:cNvPr>
          <p:cNvSpPr/>
          <p:nvPr userDrawn="1"/>
        </p:nvSpPr>
        <p:spPr>
          <a:xfrm>
            <a:off x="9403474" y="2310314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dirty="0"/>
          </a:p>
        </p:txBody>
      </p:sp>
      <p:sp>
        <p:nvSpPr>
          <p:cNvPr id="24" name="Content placeholder 47" descr="Click icon to add picture">
            <a:extLst>
              <a:ext uri="{FF2B5EF4-FFF2-40B4-BE49-F238E27FC236}">
                <a16:creationId xmlns:a16="http://schemas.microsoft.com/office/drawing/2014/main" id="{5414CF94-2913-4AE7-AAC3-3D61FE74288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274027" y="1076241"/>
            <a:ext cx="1913128" cy="1054727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0" i="0">
                <a:solidFill>
                  <a:schemeClr val="accent6"/>
                </a:solidFill>
                <a:latin typeface="Abadi" panose="020B0604020104020204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</a:t>
            </a:r>
            <a:r>
              <a:rPr lang="zh-CN" altLang="en-US" dirty="0"/>
              <a:t> </a:t>
            </a:r>
            <a:r>
              <a:rPr lang="en-US" altLang="zh-CN" dirty="0"/>
              <a:t>Master title style </a:t>
            </a:r>
          </a:p>
        </p:txBody>
      </p:sp>
      <p:sp>
        <p:nvSpPr>
          <p:cNvPr id="26" name="Content placeholder 47" descr="Click icon to add picture">
            <a:extLst>
              <a:ext uri="{FF2B5EF4-FFF2-40B4-BE49-F238E27FC236}">
                <a16:creationId xmlns:a16="http://schemas.microsoft.com/office/drawing/2014/main" id="{3CE3485A-395E-4C5F-A00F-D230FF7CFB9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375472" y="1076241"/>
            <a:ext cx="1904890" cy="1054728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13000"/>
              </a:lnSpc>
              <a:buNone/>
              <a:defRPr sz="1800" b="0" i="0">
                <a:solidFill>
                  <a:schemeClr val="accent6"/>
                </a:solidFill>
                <a:latin typeface="Abadi" panose="020B0604020104020204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</a:t>
            </a:r>
            <a:r>
              <a:rPr lang="zh-CN" altLang="en-US" dirty="0"/>
              <a:t> </a:t>
            </a:r>
            <a:r>
              <a:rPr lang="en-US" altLang="zh-CN" dirty="0"/>
              <a:t>Master title style </a:t>
            </a:r>
          </a:p>
        </p:txBody>
      </p:sp>
      <p:sp>
        <p:nvSpPr>
          <p:cNvPr id="33" name="Content placeholder 47" descr="Click icon to add picture">
            <a:extLst>
              <a:ext uri="{FF2B5EF4-FFF2-40B4-BE49-F238E27FC236}">
                <a16:creationId xmlns:a16="http://schemas.microsoft.com/office/drawing/2014/main" id="{6A8DFBFF-5B07-49C6-ADB8-341FCD1E7531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321949" y="2844725"/>
            <a:ext cx="1914694" cy="108919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13000"/>
              </a:lnSpc>
              <a:buNone/>
              <a:defRPr sz="1800" b="0" i="0">
                <a:solidFill>
                  <a:schemeClr val="accent6"/>
                </a:solidFill>
                <a:latin typeface="Abadi" panose="020B0604020104020204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34" name="Content placeholder 47" descr="Click icon to add picture">
            <a:extLst>
              <a:ext uri="{FF2B5EF4-FFF2-40B4-BE49-F238E27FC236}">
                <a16:creationId xmlns:a16="http://schemas.microsoft.com/office/drawing/2014/main" id="{1AC7F192-CFC3-470A-9467-330212C6F52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409651" y="2826795"/>
            <a:ext cx="1913128" cy="110712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13000"/>
              </a:lnSpc>
              <a:buNone/>
              <a:defRPr sz="1800" b="0" i="0">
                <a:solidFill>
                  <a:schemeClr val="accent6"/>
                </a:solidFill>
                <a:latin typeface="Abadi" panose="020B0604020104020204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35" name="Content placeholder 47" descr="Click icon to add picture">
            <a:extLst>
              <a:ext uri="{FF2B5EF4-FFF2-40B4-BE49-F238E27FC236}">
                <a16:creationId xmlns:a16="http://schemas.microsoft.com/office/drawing/2014/main" id="{A5D53FF3-B0CD-4D31-9128-2D2E0E89F09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367234" y="4631270"/>
            <a:ext cx="1913128" cy="107568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13000"/>
              </a:lnSpc>
              <a:buNone/>
              <a:defRPr sz="1800" b="0" i="0">
                <a:solidFill>
                  <a:schemeClr val="accent6"/>
                </a:solidFill>
                <a:latin typeface="Abadi" panose="020B0604020104020204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6" name="Freeform: Shape 6">
            <a:extLst>
              <a:ext uri="{FF2B5EF4-FFF2-40B4-BE49-F238E27FC236}">
                <a16:creationId xmlns:a16="http://schemas.microsoft.com/office/drawing/2014/main" id="{4D27EAE5-5D14-4E2B-9A4E-E1CE7C26F40F}"/>
              </a:ext>
            </a:extLst>
          </p:cNvPr>
          <p:cNvSpPr/>
          <p:nvPr userDrawn="1"/>
        </p:nvSpPr>
        <p:spPr>
          <a:xfrm>
            <a:off x="630971" y="606175"/>
            <a:ext cx="1913128" cy="2140085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9" name="Freeform 28">
            <a:extLst>
              <a:ext uri="{FF2B5EF4-FFF2-40B4-BE49-F238E27FC236}">
                <a16:creationId xmlns:a16="http://schemas.microsoft.com/office/drawing/2014/main" id="{0B88ADED-0863-78D3-7710-E131932E965F}"/>
              </a:ext>
            </a:extLst>
          </p:cNvPr>
          <p:cNvSpPr/>
          <p:nvPr userDrawn="1"/>
        </p:nvSpPr>
        <p:spPr>
          <a:xfrm>
            <a:off x="10460480" y="505838"/>
            <a:ext cx="1731521" cy="2159541"/>
          </a:xfrm>
          <a:custGeom>
            <a:avLst/>
            <a:gdLst>
              <a:gd name="connsiteX0" fmla="*/ 953758 w 1731521"/>
              <a:gd name="connsiteY0" fmla="*/ 0 h 2159541"/>
              <a:gd name="connsiteX1" fmla="*/ 1731521 w 1731521"/>
              <a:gd name="connsiteY1" fmla="*/ 438909 h 2159541"/>
              <a:gd name="connsiteX2" fmla="*/ 1731521 w 1731521"/>
              <a:gd name="connsiteY2" fmla="*/ 1724628 h 2159541"/>
              <a:gd name="connsiteX3" fmla="*/ 956364 w 1731521"/>
              <a:gd name="connsiteY3" fmla="*/ 2159541 h 2159541"/>
              <a:gd name="connsiteX4" fmla="*/ 0 w 1731521"/>
              <a:gd name="connsiteY4" fmla="*/ 1623503 h 2159541"/>
              <a:gd name="connsiteX5" fmla="*/ 0 w 1731521"/>
              <a:gd name="connsiteY5" fmla="*/ 543733 h 21595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31521" h="2159541">
                <a:moveTo>
                  <a:pt x="953758" y="0"/>
                </a:moveTo>
                <a:lnTo>
                  <a:pt x="1731521" y="438909"/>
                </a:lnTo>
                <a:lnTo>
                  <a:pt x="1731521" y="1724628"/>
                </a:lnTo>
                <a:lnTo>
                  <a:pt x="956364" y="2159541"/>
                </a:lnTo>
                <a:lnTo>
                  <a:pt x="0" y="1623503"/>
                </a:lnTo>
                <a:lnTo>
                  <a:pt x="0" y="543733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8" name="Freeform 27">
            <a:extLst>
              <a:ext uri="{FF2B5EF4-FFF2-40B4-BE49-F238E27FC236}">
                <a16:creationId xmlns:a16="http://schemas.microsoft.com/office/drawing/2014/main" id="{32435EB1-8BEE-9EEE-D9E4-E53D56B7E09C}"/>
              </a:ext>
            </a:extLst>
          </p:cNvPr>
          <p:cNvSpPr/>
          <p:nvPr userDrawn="1"/>
        </p:nvSpPr>
        <p:spPr>
          <a:xfrm>
            <a:off x="11498097" y="2436654"/>
            <a:ext cx="698022" cy="1868948"/>
          </a:xfrm>
          <a:custGeom>
            <a:avLst/>
            <a:gdLst>
              <a:gd name="connsiteX0" fmla="*/ 698022 w 698022"/>
              <a:gd name="connsiteY0" fmla="*/ 0 h 1868948"/>
              <a:gd name="connsiteX1" fmla="*/ 698022 w 698022"/>
              <a:gd name="connsiteY1" fmla="*/ 1868948 h 1868948"/>
              <a:gd name="connsiteX2" fmla="*/ 0 w 698022"/>
              <a:gd name="connsiteY2" fmla="*/ 1477709 h 1868948"/>
              <a:gd name="connsiteX3" fmla="*/ 0 w 698022"/>
              <a:gd name="connsiteY3" fmla="*/ 397939 h 18689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8022" h="1868948">
                <a:moveTo>
                  <a:pt x="698022" y="0"/>
                </a:moveTo>
                <a:lnTo>
                  <a:pt x="698022" y="1868948"/>
                </a:lnTo>
                <a:lnTo>
                  <a:pt x="0" y="1477709"/>
                </a:lnTo>
                <a:lnTo>
                  <a:pt x="0" y="397939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0" name="Freeform 29">
            <a:extLst>
              <a:ext uri="{FF2B5EF4-FFF2-40B4-BE49-F238E27FC236}">
                <a16:creationId xmlns:a16="http://schemas.microsoft.com/office/drawing/2014/main" id="{2692688E-3654-181E-6244-F2CED7612746}"/>
              </a:ext>
            </a:extLst>
          </p:cNvPr>
          <p:cNvSpPr/>
          <p:nvPr userDrawn="1"/>
        </p:nvSpPr>
        <p:spPr>
          <a:xfrm>
            <a:off x="10460480" y="4114794"/>
            <a:ext cx="1731521" cy="2159541"/>
          </a:xfrm>
          <a:custGeom>
            <a:avLst/>
            <a:gdLst>
              <a:gd name="connsiteX0" fmla="*/ 953758 w 1731521"/>
              <a:gd name="connsiteY0" fmla="*/ 0 h 2159541"/>
              <a:gd name="connsiteX1" fmla="*/ 1731521 w 1731521"/>
              <a:gd name="connsiteY1" fmla="*/ 438909 h 2159541"/>
              <a:gd name="connsiteX2" fmla="*/ 1731521 w 1731521"/>
              <a:gd name="connsiteY2" fmla="*/ 1724629 h 2159541"/>
              <a:gd name="connsiteX3" fmla="*/ 956364 w 1731521"/>
              <a:gd name="connsiteY3" fmla="*/ 2159541 h 2159541"/>
              <a:gd name="connsiteX4" fmla="*/ 0 w 1731521"/>
              <a:gd name="connsiteY4" fmla="*/ 1623503 h 2159541"/>
              <a:gd name="connsiteX5" fmla="*/ 0 w 1731521"/>
              <a:gd name="connsiteY5" fmla="*/ 543733 h 21595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31521" h="2159541">
                <a:moveTo>
                  <a:pt x="953758" y="0"/>
                </a:moveTo>
                <a:lnTo>
                  <a:pt x="1731521" y="438909"/>
                </a:lnTo>
                <a:lnTo>
                  <a:pt x="1731521" y="1724629"/>
                </a:lnTo>
                <a:lnTo>
                  <a:pt x="956364" y="2159541"/>
                </a:lnTo>
                <a:lnTo>
                  <a:pt x="0" y="1623503"/>
                </a:lnTo>
                <a:lnTo>
                  <a:pt x="0" y="543733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01796F5D-2CC8-44C2-B5B5-E61BEFFF5A72}"/>
              </a:ext>
            </a:extLst>
          </p:cNvPr>
          <p:cNvSpPr/>
          <p:nvPr userDrawn="1"/>
        </p:nvSpPr>
        <p:spPr>
          <a:xfrm>
            <a:off x="5252937" y="2290859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3093633-6A91-42B5-961C-4B3A5DDF2146}"/>
              </a:ext>
            </a:extLst>
          </p:cNvPr>
          <p:cNvSpPr/>
          <p:nvPr userDrawn="1"/>
        </p:nvSpPr>
        <p:spPr>
          <a:xfrm>
            <a:off x="6310033" y="4056424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6B1A7E0-D0BF-7FCA-D296-94BFC0D611C5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>
          <a:xfrm>
            <a:off x="484632" y="6217920"/>
            <a:ext cx="4114800" cy="365125"/>
          </a:xfr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CAC10D1-DF42-8734-0793-84312B963E62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>
          <a:xfrm>
            <a:off x="11194169" y="6217920"/>
            <a:ext cx="458592" cy="365125"/>
          </a:xfr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8620970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28">
          <p15:clr>
            <a:srgbClr val="FBAE40"/>
          </p15:clr>
        </p15:guide>
        <p15:guide id="2" pos="504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0C1D3CF-F6AF-93EB-C40E-C278E58442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9574" y="2096892"/>
            <a:ext cx="5117162" cy="1325563"/>
          </a:xfrm>
        </p:spPr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Content placeholder 47">
            <a:extLst>
              <a:ext uri="{FF2B5EF4-FFF2-40B4-BE49-F238E27FC236}">
                <a16:creationId xmlns:a16="http://schemas.microsoft.com/office/drawing/2014/main" id="{E61594E5-F661-407F-9B5E-62267D2E6AA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09574" y="3435546"/>
            <a:ext cx="4260180" cy="129453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5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988BDF24-3B67-5B77-0D48-319FA7FD0F65}"/>
              </a:ext>
            </a:extLst>
          </p:cNvPr>
          <p:cNvSpPr>
            <a:spLocks noGrp="1"/>
          </p:cNvSpPr>
          <p:nvPr>
            <p:ph type="pic" sz="quarter" idx="51"/>
          </p:nvPr>
        </p:nvSpPr>
        <p:spPr>
          <a:xfrm>
            <a:off x="5745001" y="0"/>
            <a:ext cx="6446999" cy="6858000"/>
          </a:xfrm>
          <a:custGeom>
            <a:avLst/>
            <a:gdLst>
              <a:gd name="connsiteX0" fmla="*/ 2550369 w 6483642"/>
              <a:gd name="connsiteY0" fmla="*/ 0 h 6858000"/>
              <a:gd name="connsiteX1" fmla="*/ 4338592 w 6483642"/>
              <a:gd name="connsiteY1" fmla="*/ 0 h 6858000"/>
              <a:gd name="connsiteX2" fmla="*/ 6483642 w 6483642"/>
              <a:gd name="connsiteY2" fmla="*/ 1338386 h 6858000"/>
              <a:gd name="connsiteX3" fmla="*/ 6483642 w 6483642"/>
              <a:gd name="connsiteY3" fmla="*/ 5624376 h 6858000"/>
              <a:gd name="connsiteX4" fmla="*/ 4378767 w 6483642"/>
              <a:gd name="connsiteY4" fmla="*/ 6858000 h 6858000"/>
              <a:gd name="connsiteX5" fmla="*/ 2590564 w 6483642"/>
              <a:gd name="connsiteY5" fmla="*/ 6858000 h 6858000"/>
              <a:gd name="connsiteX6" fmla="*/ 133 w 6483642"/>
              <a:gd name="connsiteY6" fmla="*/ 5332429 h 6858000"/>
              <a:gd name="connsiteX7" fmla="*/ 20164 w 6483642"/>
              <a:gd name="connsiteY7" fmla="*/ 1404433 h 6858000"/>
              <a:gd name="connsiteX0" fmla="*/ 2530205 w 6463478"/>
              <a:gd name="connsiteY0" fmla="*/ 0 h 6858000"/>
              <a:gd name="connsiteX1" fmla="*/ 4318428 w 6463478"/>
              <a:gd name="connsiteY1" fmla="*/ 0 h 6858000"/>
              <a:gd name="connsiteX2" fmla="*/ 6463478 w 6463478"/>
              <a:gd name="connsiteY2" fmla="*/ 1338386 h 6858000"/>
              <a:gd name="connsiteX3" fmla="*/ 6463478 w 6463478"/>
              <a:gd name="connsiteY3" fmla="*/ 5624376 h 6858000"/>
              <a:gd name="connsiteX4" fmla="*/ 4358603 w 6463478"/>
              <a:gd name="connsiteY4" fmla="*/ 6858000 h 6858000"/>
              <a:gd name="connsiteX5" fmla="*/ 2570400 w 6463478"/>
              <a:gd name="connsiteY5" fmla="*/ 6858000 h 6858000"/>
              <a:gd name="connsiteX6" fmla="*/ 17140 w 6463478"/>
              <a:gd name="connsiteY6" fmla="*/ 5339864 h 6858000"/>
              <a:gd name="connsiteX7" fmla="*/ 0 w 6463478"/>
              <a:gd name="connsiteY7" fmla="*/ 1404433 h 6858000"/>
              <a:gd name="connsiteX8" fmla="*/ 2530205 w 6463478"/>
              <a:gd name="connsiteY8" fmla="*/ 0 h 6858000"/>
              <a:gd name="connsiteX0" fmla="*/ 2513726 w 6446999"/>
              <a:gd name="connsiteY0" fmla="*/ 0 h 6858000"/>
              <a:gd name="connsiteX1" fmla="*/ 4301949 w 6446999"/>
              <a:gd name="connsiteY1" fmla="*/ 0 h 6858000"/>
              <a:gd name="connsiteX2" fmla="*/ 6446999 w 6446999"/>
              <a:gd name="connsiteY2" fmla="*/ 1338386 h 6858000"/>
              <a:gd name="connsiteX3" fmla="*/ 6446999 w 6446999"/>
              <a:gd name="connsiteY3" fmla="*/ 5624376 h 6858000"/>
              <a:gd name="connsiteX4" fmla="*/ 4342124 w 6446999"/>
              <a:gd name="connsiteY4" fmla="*/ 6858000 h 6858000"/>
              <a:gd name="connsiteX5" fmla="*/ 2553921 w 6446999"/>
              <a:gd name="connsiteY5" fmla="*/ 6858000 h 6858000"/>
              <a:gd name="connsiteX6" fmla="*/ 661 w 6446999"/>
              <a:gd name="connsiteY6" fmla="*/ 5339864 h 6858000"/>
              <a:gd name="connsiteX7" fmla="*/ 299 w 6446999"/>
              <a:gd name="connsiteY7" fmla="*/ 1396044 h 6858000"/>
              <a:gd name="connsiteX8" fmla="*/ 2513726 w 6446999"/>
              <a:gd name="connsiteY8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446999" h="6858000">
                <a:moveTo>
                  <a:pt x="2513726" y="0"/>
                </a:moveTo>
                <a:lnTo>
                  <a:pt x="4301949" y="0"/>
                </a:lnTo>
                <a:lnTo>
                  <a:pt x="6446999" y="1338386"/>
                </a:lnTo>
                <a:lnTo>
                  <a:pt x="6446999" y="5624376"/>
                </a:lnTo>
                <a:lnTo>
                  <a:pt x="4342124" y="6858000"/>
                </a:lnTo>
                <a:lnTo>
                  <a:pt x="2553921" y="6858000"/>
                </a:lnTo>
                <a:lnTo>
                  <a:pt x="661" y="5339864"/>
                </a:lnTo>
                <a:cubicBezTo>
                  <a:pt x="-1473" y="4048155"/>
                  <a:pt x="2433" y="2687753"/>
                  <a:pt x="299" y="1396044"/>
                </a:cubicBezTo>
                <a:lnTo>
                  <a:pt x="2513726" y="0"/>
                </a:ln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dirty="0">
                <a:solidFill>
                  <a:schemeClr val="accent6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F6C45B-70BB-86F1-1866-F93BEC26ACF8}"/>
              </a:ext>
            </a:extLst>
          </p:cNvPr>
          <p:cNvSpPr>
            <a:spLocks noGrp="1"/>
          </p:cNvSpPr>
          <p:nvPr>
            <p:ph type="ftr" sz="quarter" idx="5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70044D-485D-043B-9D5B-C01AA8E06447}"/>
              </a:ext>
            </a:extLst>
          </p:cNvPr>
          <p:cNvSpPr>
            <a:spLocks noGrp="1"/>
          </p:cNvSpPr>
          <p:nvPr>
            <p:ph type="sldNum" sz="quarter" idx="53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1612598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Placeholder 4">
            <a:extLst>
              <a:ext uri="{FF2B5EF4-FFF2-40B4-BE49-F238E27FC236}">
                <a16:creationId xmlns:a16="http://schemas.microsoft.com/office/drawing/2014/main" id="{F73BF8E3-2426-5D65-6582-D4B03C765A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10510" y="2016579"/>
            <a:ext cx="4441188" cy="277585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ADF8D8A3-175E-9A50-A98B-3766DAAB5EE2}"/>
              </a:ext>
            </a:extLst>
          </p:cNvPr>
          <p:cNvSpPr/>
          <p:nvPr userDrawn="1"/>
        </p:nvSpPr>
        <p:spPr>
          <a:xfrm rot="5400000">
            <a:off x="1308232" y="2004972"/>
            <a:ext cx="3593592" cy="2880360"/>
          </a:xfrm>
          <a:prstGeom prst="hexagon">
            <a:avLst>
              <a:gd name="adj" fmla="val 31211"/>
              <a:gd name="vf" fmla="val 11547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1" name="Text 47" descr="Click icon to add picture">
            <a:extLst>
              <a:ext uri="{FF2B5EF4-FFF2-40B4-BE49-F238E27FC236}">
                <a16:creationId xmlns:a16="http://schemas.microsoft.com/office/drawing/2014/main" id="{B264F104-ED4D-9A7F-E598-295893E05B7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319235" y="2911781"/>
            <a:ext cx="1570612" cy="107082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13000"/>
              </a:lnSpc>
              <a:buNone/>
              <a:defRPr sz="1800" b="1" cap="all" baseline="0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7A084A88-6A62-9495-6CFE-1127D5CAAAB2}"/>
              </a:ext>
            </a:extLst>
          </p:cNvPr>
          <p:cNvSpPr>
            <a:spLocks noGrp="1"/>
          </p:cNvSpPr>
          <p:nvPr>
            <p:ph type="pic" sz="quarter" idx="47"/>
          </p:nvPr>
        </p:nvSpPr>
        <p:spPr>
          <a:xfrm>
            <a:off x="581710" y="555648"/>
            <a:ext cx="5045662" cy="5783096"/>
          </a:xfrm>
          <a:custGeom>
            <a:avLst/>
            <a:gdLst>
              <a:gd name="connsiteX0" fmla="*/ 2523318 w 5045662"/>
              <a:gd name="connsiteY0" fmla="*/ 1092708 h 5783096"/>
              <a:gd name="connsiteX1" fmla="*/ 1083139 w 5045662"/>
              <a:gd name="connsiteY1" fmla="*/ 1991697 h 5783096"/>
              <a:gd name="connsiteX2" fmla="*/ 1083139 w 5045662"/>
              <a:gd name="connsiteY2" fmla="*/ 3787311 h 5783096"/>
              <a:gd name="connsiteX3" fmla="*/ 2523318 w 5045662"/>
              <a:gd name="connsiteY3" fmla="*/ 4686300 h 5783096"/>
              <a:gd name="connsiteX4" fmla="*/ 3963497 w 5045662"/>
              <a:gd name="connsiteY4" fmla="*/ 3787311 h 5783096"/>
              <a:gd name="connsiteX5" fmla="*/ 3963497 w 5045662"/>
              <a:gd name="connsiteY5" fmla="*/ 1991697 h 5783096"/>
              <a:gd name="connsiteX6" fmla="*/ 2470122 w 5045662"/>
              <a:gd name="connsiteY6" fmla="*/ 0 h 5783096"/>
              <a:gd name="connsiteX7" fmla="*/ 5037208 w 5045662"/>
              <a:gd name="connsiteY7" fmla="*/ 1458369 h 5783096"/>
              <a:gd name="connsiteX8" fmla="*/ 5045662 w 5045662"/>
              <a:gd name="connsiteY8" fmla="*/ 4339769 h 5783096"/>
              <a:gd name="connsiteX9" fmla="*/ 2561576 w 5045662"/>
              <a:gd name="connsiteY9" fmla="*/ 5783096 h 5783096"/>
              <a:gd name="connsiteX10" fmla="*/ 24164 w 5045662"/>
              <a:gd name="connsiteY10" fmla="*/ 4354881 h 5783096"/>
              <a:gd name="connsiteX11" fmla="*/ 0 w 5045662"/>
              <a:gd name="connsiteY11" fmla="*/ 1453765 h 57830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045662" h="5783096">
                <a:moveTo>
                  <a:pt x="2523318" y="1092708"/>
                </a:moveTo>
                <a:lnTo>
                  <a:pt x="1083139" y="1991697"/>
                </a:lnTo>
                <a:lnTo>
                  <a:pt x="1083139" y="3787311"/>
                </a:lnTo>
                <a:lnTo>
                  <a:pt x="2523318" y="4686300"/>
                </a:lnTo>
                <a:lnTo>
                  <a:pt x="3963497" y="3787311"/>
                </a:lnTo>
                <a:lnTo>
                  <a:pt x="3963497" y="1991697"/>
                </a:lnTo>
                <a:close/>
                <a:moveTo>
                  <a:pt x="2470122" y="0"/>
                </a:moveTo>
                <a:lnTo>
                  <a:pt x="5037208" y="1458369"/>
                </a:lnTo>
                <a:cubicBezTo>
                  <a:pt x="5040026" y="2418836"/>
                  <a:pt x="5042844" y="3379302"/>
                  <a:pt x="5045662" y="4339769"/>
                </a:cubicBezTo>
                <a:lnTo>
                  <a:pt x="2561576" y="5783096"/>
                </a:lnTo>
                <a:lnTo>
                  <a:pt x="24164" y="4354881"/>
                </a:lnTo>
                <a:lnTo>
                  <a:pt x="0" y="1453765"/>
                </a:lnTo>
                <a:close/>
              </a:path>
            </a:pathLst>
          </a:custGeom>
        </p:spPr>
        <p:txBody>
          <a:bodyPr wrap="square" tIns="457200">
            <a:noAutofit/>
          </a:bodyPr>
          <a:lstStyle>
            <a:lvl1pPr marL="0" indent="0" algn="ctr">
              <a:buNone/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77113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42BC57-1D8D-9F59-24F9-1E82322799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829" y="507076"/>
            <a:ext cx="10515600" cy="1115434"/>
          </a:xfr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Content placeholder 47">
            <a:extLst>
              <a:ext uri="{FF2B5EF4-FFF2-40B4-BE49-F238E27FC236}">
                <a16:creationId xmlns:a16="http://schemas.microsoft.com/office/drawing/2014/main" id="{561744A6-D3EA-42C3-8E71-3BB8BA1E6149}"/>
              </a:ext>
            </a:extLst>
          </p:cNvPr>
          <p:cNvSpPr>
            <a:spLocks noGrp="1"/>
          </p:cNvSpPr>
          <p:nvPr>
            <p:ph type="chart" sz="quarter" idx="27" hasCustomPrompt="1"/>
          </p:nvPr>
        </p:nvSpPr>
        <p:spPr>
          <a:xfrm>
            <a:off x="587829" y="1622510"/>
            <a:ext cx="10889796" cy="415575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 altLang="zh-CN" dirty="0"/>
              <a:t>Click to edit master text style</a:t>
            </a:r>
            <a:endParaRPr lang="zh-CN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1C82179-6F61-D1EC-D800-74B748B37F0E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803A51-0211-9F66-D20B-444BC94AA39E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6768272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desig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Placeholder 4">
            <a:extLst>
              <a:ext uri="{FF2B5EF4-FFF2-40B4-BE49-F238E27FC236}">
                <a16:creationId xmlns:a16="http://schemas.microsoft.com/office/drawing/2014/main" id="{05751864-B11A-0286-13EA-2AC2A2C8DD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709" y="721538"/>
            <a:ext cx="10889796" cy="141899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able placeholder">
            <a:extLst>
              <a:ext uri="{FF2B5EF4-FFF2-40B4-BE49-F238E27FC236}">
                <a16:creationId xmlns:a16="http://schemas.microsoft.com/office/drawing/2014/main" id="{CFC5FF09-DE50-4155-81A0-5DD9B700F205}"/>
              </a:ext>
            </a:extLst>
          </p:cNvPr>
          <p:cNvSpPr>
            <a:spLocks noGrp="1"/>
          </p:cNvSpPr>
          <p:nvPr>
            <p:ph type="tbl" sz="quarter" idx="27" hasCustomPrompt="1"/>
          </p:nvPr>
        </p:nvSpPr>
        <p:spPr>
          <a:xfrm>
            <a:off x="581709" y="1614198"/>
            <a:ext cx="10889796" cy="4317856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 altLang="zh-CN" dirty="0"/>
              <a:t>Click to edit master text style</a:t>
            </a:r>
            <a:endParaRPr lang="zh-CN" altLang="en-US"/>
          </a:p>
        </p:txBody>
      </p:sp>
      <p:sp>
        <p:nvSpPr>
          <p:cNvPr id="9" name="Freeform: Shape 5">
            <a:extLst>
              <a:ext uri="{FF2B5EF4-FFF2-40B4-BE49-F238E27FC236}">
                <a16:creationId xmlns:a16="http://schemas.microsoft.com/office/drawing/2014/main" id="{3F619E6B-153E-B522-47EB-4104C405736C}"/>
              </a:ext>
            </a:extLst>
          </p:cNvPr>
          <p:cNvSpPr/>
          <p:nvPr userDrawn="1"/>
        </p:nvSpPr>
        <p:spPr>
          <a:xfrm>
            <a:off x="10551278" y="4665388"/>
            <a:ext cx="603952" cy="68174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87A7B3D-E004-6D6A-5979-8F1BADBC9237}"/>
              </a:ext>
            </a:extLst>
          </p:cNvPr>
          <p:cNvSpPr/>
          <p:nvPr userDrawn="1"/>
        </p:nvSpPr>
        <p:spPr>
          <a:xfrm>
            <a:off x="10524774" y="5146146"/>
            <a:ext cx="1667226" cy="1711855"/>
          </a:xfrm>
          <a:custGeom>
            <a:avLst/>
            <a:gdLst>
              <a:gd name="connsiteX0" fmla="*/ 998834 w 1667226"/>
              <a:gd name="connsiteY0" fmla="*/ 0 h 1711855"/>
              <a:gd name="connsiteX1" fmla="*/ 1667226 w 1667226"/>
              <a:gd name="connsiteY1" fmla="*/ 373790 h 1711855"/>
              <a:gd name="connsiteX2" fmla="*/ 1667226 w 1667226"/>
              <a:gd name="connsiteY2" fmla="*/ 1711855 h 1711855"/>
              <a:gd name="connsiteX3" fmla="*/ 48502 w 1667226"/>
              <a:gd name="connsiteY3" fmla="*/ 1711855 h 1711855"/>
              <a:gd name="connsiteX4" fmla="*/ 0 w 1667226"/>
              <a:gd name="connsiteY4" fmla="*/ 1684915 h 1711855"/>
              <a:gd name="connsiteX5" fmla="*/ 0 w 1667226"/>
              <a:gd name="connsiteY5" fmla="*/ 564300 h 17118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67226" h="1711855">
                <a:moveTo>
                  <a:pt x="998834" y="0"/>
                </a:moveTo>
                <a:lnTo>
                  <a:pt x="1667226" y="373790"/>
                </a:lnTo>
                <a:lnTo>
                  <a:pt x="1667226" y="1711855"/>
                </a:lnTo>
                <a:lnTo>
                  <a:pt x="48502" y="1711855"/>
                </a:lnTo>
                <a:lnTo>
                  <a:pt x="0" y="1684915"/>
                </a:lnTo>
                <a:lnTo>
                  <a:pt x="0" y="564300"/>
                </a:lnTo>
                <a:close/>
              </a:path>
            </a:pathLst>
          </a:custGeom>
          <a:noFill/>
          <a:ln w="190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3" name="Freeform: Shape 11">
            <a:extLst>
              <a:ext uri="{FF2B5EF4-FFF2-40B4-BE49-F238E27FC236}">
                <a16:creationId xmlns:a16="http://schemas.microsoft.com/office/drawing/2014/main" id="{A4CA3A93-BDBF-112D-54A0-05BF6B06BCC1}"/>
              </a:ext>
            </a:extLst>
          </p:cNvPr>
          <p:cNvSpPr/>
          <p:nvPr userDrawn="1"/>
        </p:nvSpPr>
        <p:spPr>
          <a:xfrm>
            <a:off x="10177285" y="5347130"/>
            <a:ext cx="748554" cy="85636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F7A154B-D8F5-C1FB-307D-496380875BD1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28715E-D2CE-A33E-1A28-4E627F239BBE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1212563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BF58E95-E9E1-28E6-FB2F-DE80889223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9079" y="1856195"/>
            <a:ext cx="4518122" cy="1688906"/>
          </a:xfrm>
        </p:spPr>
        <p:txBody>
          <a:bodyPr anchor="b">
            <a:noAutofit/>
          </a:bodyPr>
          <a:lstStyle>
            <a:lvl1pPr>
              <a:defRPr sz="2700">
                <a:latin typeface="+mn-lt"/>
              </a:defRPr>
            </a:lvl1pPr>
          </a:lstStyle>
          <a:p>
            <a:r>
              <a:rPr lang="en-US" dirty="0"/>
              <a:t>Click to edit </a:t>
            </a:r>
            <a:r>
              <a:rPr lang="en-US" altLang="zh-CN" dirty="0"/>
              <a:t>Text</a:t>
            </a:r>
            <a:r>
              <a:rPr lang="zh-CN" altLang="en-US" dirty="0"/>
              <a:t> </a:t>
            </a:r>
            <a:r>
              <a:rPr lang="en-US" dirty="0"/>
              <a:t>style</a:t>
            </a:r>
          </a:p>
        </p:txBody>
      </p:sp>
      <p:sp>
        <p:nvSpPr>
          <p:cNvPr id="11" name="subtitle 47">
            <a:extLst>
              <a:ext uri="{FF2B5EF4-FFF2-40B4-BE49-F238E27FC236}">
                <a16:creationId xmlns:a16="http://schemas.microsoft.com/office/drawing/2014/main" id="{3B45AD65-2B81-A368-E5F0-5C61D0B1DFE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095999" y="3695015"/>
            <a:ext cx="4672693" cy="168890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500" b="0">
                <a:solidFill>
                  <a:schemeClr val="accent4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4" name="Freeform: Shape 5">
            <a:extLst>
              <a:ext uri="{FF2B5EF4-FFF2-40B4-BE49-F238E27FC236}">
                <a16:creationId xmlns:a16="http://schemas.microsoft.com/office/drawing/2014/main" id="{0CA4AA19-0D07-46AB-AC12-64054BBBB499}"/>
              </a:ext>
            </a:extLst>
          </p:cNvPr>
          <p:cNvSpPr/>
          <p:nvPr userDrawn="1"/>
        </p:nvSpPr>
        <p:spPr>
          <a:xfrm>
            <a:off x="3843559" y="722518"/>
            <a:ext cx="1244907" cy="140525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Freeform: Shape 6">
            <a:extLst>
              <a:ext uri="{FF2B5EF4-FFF2-40B4-BE49-F238E27FC236}">
                <a16:creationId xmlns:a16="http://schemas.microsoft.com/office/drawing/2014/main" id="{DF781D9E-0DF5-4DDA-84E6-35DFB054158C}"/>
              </a:ext>
            </a:extLst>
          </p:cNvPr>
          <p:cNvSpPr/>
          <p:nvPr userDrawn="1"/>
        </p:nvSpPr>
        <p:spPr>
          <a:xfrm>
            <a:off x="1223929" y="1436914"/>
            <a:ext cx="2857005" cy="326977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600" dirty="0"/>
          </a:p>
        </p:txBody>
      </p:sp>
      <p:sp>
        <p:nvSpPr>
          <p:cNvPr id="6" name="Freeform: Shape 7">
            <a:extLst>
              <a:ext uri="{FF2B5EF4-FFF2-40B4-BE49-F238E27FC236}">
                <a16:creationId xmlns:a16="http://schemas.microsoft.com/office/drawing/2014/main" id="{86BA1075-E23C-4BC9-8F67-B2E408F864D2}"/>
              </a:ext>
            </a:extLst>
          </p:cNvPr>
          <p:cNvSpPr/>
          <p:nvPr userDrawn="1"/>
        </p:nvSpPr>
        <p:spPr>
          <a:xfrm>
            <a:off x="758702" y="3457554"/>
            <a:ext cx="1208037" cy="138175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Freeform: Shape 11">
            <a:extLst>
              <a:ext uri="{FF2B5EF4-FFF2-40B4-BE49-F238E27FC236}">
                <a16:creationId xmlns:a16="http://schemas.microsoft.com/office/drawing/2014/main" id="{B2A4CA75-D17E-243B-9C56-A63C75AF6D56}"/>
              </a:ext>
            </a:extLst>
          </p:cNvPr>
          <p:cNvSpPr/>
          <p:nvPr userDrawn="1"/>
        </p:nvSpPr>
        <p:spPr>
          <a:xfrm>
            <a:off x="2917915" y="4662164"/>
            <a:ext cx="663381" cy="75892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964077E-956B-EA3A-700F-A833D82341FE}"/>
              </a:ext>
            </a:extLst>
          </p:cNvPr>
          <p:cNvSpPr>
            <a:spLocks noGrp="1"/>
          </p:cNvSpPr>
          <p:nvPr>
            <p:ph type="ftr" sz="quarter" idx="30"/>
          </p:nvPr>
        </p:nvSpPr>
        <p:spPr/>
        <p:txBody>
          <a:bodyPr>
            <a:noAutofit/>
          </a:bodyPr>
          <a:lstStyle/>
          <a:p>
            <a:r>
              <a:rPr lang="en-US" noProof="0"/>
              <a:t>Presentation title</a:t>
            </a:r>
            <a:endParaRPr lang="en-US" noProof="0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ED455D4-27F3-B6AD-2A20-7475F307E5E4}"/>
              </a:ext>
            </a:extLst>
          </p:cNvPr>
          <p:cNvSpPr>
            <a:spLocks noGrp="1"/>
          </p:cNvSpPr>
          <p:nvPr>
            <p:ph type="sldNum" sz="quarter" idx="31"/>
          </p:nvPr>
        </p:nvSpPr>
        <p:spPr/>
        <p:txBody>
          <a:bodyPr>
            <a:noAutofit/>
          </a:bodyPr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1256412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Team Memb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Placeholder 4">
            <a:extLst>
              <a:ext uri="{FF2B5EF4-FFF2-40B4-BE49-F238E27FC236}">
                <a16:creationId xmlns:a16="http://schemas.microsoft.com/office/drawing/2014/main" id="{DCA6F28B-ACF1-D3CB-8968-4F64BEA02E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0" name="Content placeholder 47">
            <a:extLst>
              <a:ext uri="{FF2B5EF4-FFF2-40B4-BE49-F238E27FC236}">
                <a16:creationId xmlns:a16="http://schemas.microsoft.com/office/drawing/2014/main" id="{E2F72F6F-0172-47B0-8D9E-0EED383332E2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1114798" y="2560353"/>
            <a:ext cx="2368061" cy="2102177"/>
          </a:xfrm>
          <a:prstGeom prst="hexagon">
            <a:avLst>
              <a:gd name="adj" fmla="val 28349"/>
              <a:gd name="vf" fmla="val 115470"/>
            </a:avLst>
          </a:prstGeom>
          <a:ln>
            <a:noFill/>
          </a:ln>
        </p:spPr>
        <p:txBody>
          <a:bodyPr anchor="ctr"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en-US" altLang="zh-CN" dirty="0"/>
          </a:p>
        </p:txBody>
      </p:sp>
      <p:sp>
        <p:nvSpPr>
          <p:cNvPr id="52" name="Content placeholder 47" descr="Click icon to add picture">
            <a:extLst>
              <a:ext uri="{FF2B5EF4-FFF2-40B4-BE49-F238E27FC236}">
                <a16:creationId xmlns:a16="http://schemas.microsoft.com/office/drawing/2014/main" id="{2369DDD8-CFC2-4980-A0DB-411AA173B47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214003" y="4764289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53" name="Content placeholder 47">
            <a:extLst>
              <a:ext uri="{FF2B5EF4-FFF2-40B4-BE49-F238E27FC236}">
                <a16:creationId xmlns:a16="http://schemas.microsoft.com/office/drawing/2014/main" id="{B66AC261-5929-40D2-A646-8F16675DE38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214003" y="5295180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61" name="Content placeholder 47">
            <a:extLst>
              <a:ext uri="{FF2B5EF4-FFF2-40B4-BE49-F238E27FC236}">
                <a16:creationId xmlns:a16="http://schemas.microsoft.com/office/drawing/2014/main" id="{B33A9FB2-1610-4389-B352-D99255F77BEC}"/>
              </a:ext>
            </a:extLst>
          </p:cNvPr>
          <p:cNvSpPr>
            <a:spLocks noGrp="1"/>
          </p:cNvSpPr>
          <p:nvPr>
            <p:ph type="pic" sz="quarter" idx="49"/>
          </p:nvPr>
        </p:nvSpPr>
        <p:spPr>
          <a:xfrm>
            <a:off x="3623536" y="1840730"/>
            <a:ext cx="2368061" cy="2102177"/>
          </a:xfrm>
          <a:prstGeom prst="hexagon">
            <a:avLst>
              <a:gd name="adj" fmla="val 28349"/>
              <a:gd name="vf" fmla="val 115470"/>
            </a:avLst>
          </a:prstGeom>
          <a:ln>
            <a:noFill/>
          </a:ln>
        </p:spPr>
        <p:txBody>
          <a:bodyPr anchor="ctr"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en-US" altLang="zh-CN" dirty="0"/>
          </a:p>
        </p:txBody>
      </p:sp>
      <p:sp>
        <p:nvSpPr>
          <p:cNvPr id="21" name="Content placeholder 47" descr="Click icon to add picture">
            <a:extLst>
              <a:ext uri="{FF2B5EF4-FFF2-40B4-BE49-F238E27FC236}">
                <a16:creationId xmlns:a16="http://schemas.microsoft.com/office/drawing/2014/main" id="{DEE851A8-3FB7-B319-A053-BE08A45763C5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3720440" y="4045832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2" name="Content placeholder 47">
            <a:extLst>
              <a:ext uri="{FF2B5EF4-FFF2-40B4-BE49-F238E27FC236}">
                <a16:creationId xmlns:a16="http://schemas.microsoft.com/office/drawing/2014/main" id="{5743B59B-3EAA-B249-07CE-9C9C5B0B6AB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3720440" y="4576723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62" name="Content placeholder 47">
            <a:extLst>
              <a:ext uri="{FF2B5EF4-FFF2-40B4-BE49-F238E27FC236}">
                <a16:creationId xmlns:a16="http://schemas.microsoft.com/office/drawing/2014/main" id="{0AC60B87-71AC-4AA8-9AE7-B3B427BACB12}"/>
              </a:ext>
            </a:extLst>
          </p:cNvPr>
          <p:cNvSpPr>
            <a:spLocks noGrp="1"/>
          </p:cNvSpPr>
          <p:nvPr>
            <p:ph type="pic" sz="quarter" idx="50"/>
          </p:nvPr>
        </p:nvSpPr>
        <p:spPr>
          <a:xfrm>
            <a:off x="6113401" y="2560353"/>
            <a:ext cx="2368061" cy="2102177"/>
          </a:xfrm>
          <a:prstGeom prst="hexagon">
            <a:avLst>
              <a:gd name="adj" fmla="val 28349"/>
              <a:gd name="vf" fmla="val 115470"/>
            </a:avLst>
          </a:prstGeom>
          <a:ln>
            <a:noFill/>
          </a:ln>
        </p:spPr>
        <p:txBody>
          <a:bodyPr anchor="ctr"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en-US" altLang="zh-CN" dirty="0"/>
          </a:p>
        </p:txBody>
      </p:sp>
      <p:sp>
        <p:nvSpPr>
          <p:cNvPr id="19" name="Content placeholder 47" descr="Click icon to add picture">
            <a:extLst>
              <a:ext uri="{FF2B5EF4-FFF2-40B4-BE49-F238E27FC236}">
                <a16:creationId xmlns:a16="http://schemas.microsoft.com/office/drawing/2014/main" id="{110FBA5D-2CEB-4D44-16CA-0F24099B1401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6218710" y="4764289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0" name="Content placeholder 47">
            <a:extLst>
              <a:ext uri="{FF2B5EF4-FFF2-40B4-BE49-F238E27FC236}">
                <a16:creationId xmlns:a16="http://schemas.microsoft.com/office/drawing/2014/main" id="{2108E774-D145-FA07-58F1-7DB37A30A596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218710" y="5295180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63" name="Content placeholder 47">
            <a:extLst>
              <a:ext uri="{FF2B5EF4-FFF2-40B4-BE49-F238E27FC236}">
                <a16:creationId xmlns:a16="http://schemas.microsoft.com/office/drawing/2014/main" id="{05B25D7D-82BA-4FF5-9C92-4AD181847515}"/>
              </a:ext>
            </a:extLst>
          </p:cNvPr>
          <p:cNvSpPr>
            <a:spLocks noGrp="1"/>
          </p:cNvSpPr>
          <p:nvPr>
            <p:ph type="pic" sz="quarter" idx="51"/>
          </p:nvPr>
        </p:nvSpPr>
        <p:spPr>
          <a:xfrm>
            <a:off x="8500328" y="1836331"/>
            <a:ext cx="2368061" cy="2102177"/>
          </a:xfrm>
          <a:prstGeom prst="hexagon">
            <a:avLst>
              <a:gd name="adj" fmla="val 28349"/>
              <a:gd name="vf" fmla="val 115470"/>
            </a:avLst>
          </a:prstGeom>
          <a:ln>
            <a:noFill/>
          </a:ln>
        </p:spPr>
        <p:txBody>
          <a:bodyPr anchor="ctr"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en-US" altLang="zh-CN" dirty="0"/>
          </a:p>
        </p:txBody>
      </p:sp>
      <p:sp>
        <p:nvSpPr>
          <p:cNvPr id="25" name="Content placeholder 47" descr="Click icon to add picture">
            <a:extLst>
              <a:ext uri="{FF2B5EF4-FFF2-40B4-BE49-F238E27FC236}">
                <a16:creationId xmlns:a16="http://schemas.microsoft.com/office/drawing/2014/main" id="{A9C2624B-E6E6-C673-E8FF-F4BF909C3AC2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8635340" y="4045832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6" name="Content placeholder 47">
            <a:extLst>
              <a:ext uri="{FF2B5EF4-FFF2-40B4-BE49-F238E27FC236}">
                <a16:creationId xmlns:a16="http://schemas.microsoft.com/office/drawing/2014/main" id="{A003837A-CCD7-3699-D86F-CB884CA4C675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8635340" y="4576723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9028585-56FF-7B3D-783D-D06964F7C099}"/>
              </a:ext>
            </a:extLst>
          </p:cNvPr>
          <p:cNvSpPr>
            <a:spLocks noGrp="1"/>
          </p:cNvSpPr>
          <p:nvPr>
            <p:ph type="ftr" sz="quarter" idx="58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D090978-DDC9-0FA2-2CFD-733C8B854F3C}"/>
              </a:ext>
            </a:extLst>
          </p:cNvPr>
          <p:cNvSpPr>
            <a:spLocks noGrp="1"/>
          </p:cNvSpPr>
          <p:nvPr>
            <p:ph type="sldNum" sz="quarter" idx="59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263683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 Team Memb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B92FA2A-46BA-2A19-C3CE-EC6985867B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9574" y="2367293"/>
            <a:ext cx="3909993" cy="3629708"/>
          </a:xfrm>
        </p:spPr>
        <p:txBody>
          <a:bodyPr anchor="t"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8" name="Content placeholder 47">
            <a:extLst>
              <a:ext uri="{FF2B5EF4-FFF2-40B4-BE49-F238E27FC236}">
                <a16:creationId xmlns:a16="http://schemas.microsoft.com/office/drawing/2014/main" id="{BF9EDF7D-3BB1-43C0-92BB-091CCC520477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4269796" y="436455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39" name="Content placeholder 47" descr="Click icon to add picture">
            <a:extLst>
              <a:ext uri="{FF2B5EF4-FFF2-40B4-BE49-F238E27FC236}">
                <a16:creationId xmlns:a16="http://schemas.microsoft.com/office/drawing/2014/main" id="{15896C2C-7C25-4BC0-AF9B-DF590A2909A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520210" y="522515"/>
            <a:ext cx="2289842" cy="626551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40" name="Content placeholder 47">
            <a:extLst>
              <a:ext uri="{FF2B5EF4-FFF2-40B4-BE49-F238E27FC236}">
                <a16:creationId xmlns:a16="http://schemas.microsoft.com/office/drawing/2014/main" id="{CAC554EF-FF8F-4055-A716-E82F461413B7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520211" y="1165881"/>
            <a:ext cx="2289842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1400" b="0" i="0">
                <a:solidFill>
                  <a:schemeClr val="accent6"/>
                </a:solidFill>
                <a:latin typeface="+mn-lt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56" name="Content placeholder 47">
            <a:extLst>
              <a:ext uri="{FF2B5EF4-FFF2-40B4-BE49-F238E27FC236}">
                <a16:creationId xmlns:a16="http://schemas.microsoft.com/office/drawing/2014/main" id="{4F0742C0-A9F2-4886-B17E-6915399483C3}"/>
              </a:ext>
            </a:extLst>
          </p:cNvPr>
          <p:cNvSpPr>
            <a:spLocks noGrp="1"/>
          </p:cNvSpPr>
          <p:nvPr>
            <p:ph type="pic" sz="quarter" idx="72"/>
          </p:nvPr>
        </p:nvSpPr>
        <p:spPr>
          <a:xfrm>
            <a:off x="8059916" y="436455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1" name="Content placeholder 47" descr="Click icon to add picture">
            <a:extLst>
              <a:ext uri="{FF2B5EF4-FFF2-40B4-BE49-F238E27FC236}">
                <a16:creationId xmlns:a16="http://schemas.microsoft.com/office/drawing/2014/main" id="{CE3DC674-39AB-43B9-AC30-97A68D221596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9309889" y="642667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42" name="Content placeholder 47">
            <a:extLst>
              <a:ext uri="{FF2B5EF4-FFF2-40B4-BE49-F238E27FC236}">
                <a16:creationId xmlns:a16="http://schemas.microsoft.com/office/drawing/2014/main" id="{F12189CA-0E22-41A5-91FD-03761860993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9309891" y="1165881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48" name="Content placeholder 47">
            <a:extLst>
              <a:ext uri="{FF2B5EF4-FFF2-40B4-BE49-F238E27FC236}">
                <a16:creationId xmlns:a16="http://schemas.microsoft.com/office/drawing/2014/main" id="{A962C62E-F92F-445A-9243-8B433747A548}"/>
              </a:ext>
            </a:extLst>
          </p:cNvPr>
          <p:cNvSpPr>
            <a:spLocks noGrp="1"/>
          </p:cNvSpPr>
          <p:nvPr>
            <p:ph type="pic" sz="quarter" idx="69"/>
          </p:nvPr>
        </p:nvSpPr>
        <p:spPr>
          <a:xfrm>
            <a:off x="4269796" y="2004222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3" name="Content placeholder 47" descr="Click icon to add picture">
            <a:extLst>
              <a:ext uri="{FF2B5EF4-FFF2-40B4-BE49-F238E27FC236}">
                <a16:creationId xmlns:a16="http://schemas.microsoft.com/office/drawing/2014/main" id="{DE6F9463-BB2D-43FC-BE8F-21D3F9A2539C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5520210" y="2105171"/>
            <a:ext cx="2193021" cy="61741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44" name="Content placeholder 47">
            <a:extLst>
              <a:ext uri="{FF2B5EF4-FFF2-40B4-BE49-F238E27FC236}">
                <a16:creationId xmlns:a16="http://schemas.microsoft.com/office/drawing/2014/main" id="{7DF27694-08A2-4530-B763-5A9B9D4DC6E0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5520212" y="2739721"/>
            <a:ext cx="2193021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61" name="Content placeholder 47">
            <a:extLst>
              <a:ext uri="{FF2B5EF4-FFF2-40B4-BE49-F238E27FC236}">
                <a16:creationId xmlns:a16="http://schemas.microsoft.com/office/drawing/2014/main" id="{2EA753B3-D0BB-4484-85D1-E28345D99F4C}"/>
              </a:ext>
            </a:extLst>
          </p:cNvPr>
          <p:cNvSpPr>
            <a:spLocks noGrp="1"/>
          </p:cNvSpPr>
          <p:nvPr>
            <p:ph type="pic" sz="quarter" idx="73"/>
          </p:nvPr>
        </p:nvSpPr>
        <p:spPr>
          <a:xfrm>
            <a:off x="8059916" y="2004222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 dirty="0"/>
          </a:p>
        </p:txBody>
      </p:sp>
      <p:sp>
        <p:nvSpPr>
          <p:cNvPr id="45" name="Content placeholder 47" descr="Click icon to add picture">
            <a:extLst>
              <a:ext uri="{FF2B5EF4-FFF2-40B4-BE49-F238E27FC236}">
                <a16:creationId xmlns:a16="http://schemas.microsoft.com/office/drawing/2014/main" id="{20398AA4-3D68-487D-BE7C-9F1D45E3F5FF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9309890" y="2032203"/>
            <a:ext cx="2098039" cy="701144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46" name="Content placeholder 47">
            <a:extLst>
              <a:ext uri="{FF2B5EF4-FFF2-40B4-BE49-F238E27FC236}">
                <a16:creationId xmlns:a16="http://schemas.microsoft.com/office/drawing/2014/main" id="{6B623D7A-5E96-42AB-9B1F-14E445503187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9309890" y="2746407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49" name="Content placeholder 47">
            <a:extLst>
              <a:ext uri="{FF2B5EF4-FFF2-40B4-BE49-F238E27FC236}">
                <a16:creationId xmlns:a16="http://schemas.microsoft.com/office/drawing/2014/main" id="{EAA5B0EA-1F3B-4D8B-9BB9-F9037A393705}"/>
              </a:ext>
            </a:extLst>
          </p:cNvPr>
          <p:cNvSpPr>
            <a:spLocks noGrp="1"/>
          </p:cNvSpPr>
          <p:nvPr>
            <p:ph type="pic" sz="quarter" idx="70"/>
          </p:nvPr>
        </p:nvSpPr>
        <p:spPr>
          <a:xfrm>
            <a:off x="4269796" y="3571991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7" name="Content placeholder 47" descr="Click icon to add picture">
            <a:extLst>
              <a:ext uri="{FF2B5EF4-FFF2-40B4-BE49-F238E27FC236}">
                <a16:creationId xmlns:a16="http://schemas.microsoft.com/office/drawing/2014/main" id="{2C93687D-1E42-4B01-9F16-9FA098CE1153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5520210" y="3775516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50" name="Content placeholder 47">
            <a:extLst>
              <a:ext uri="{FF2B5EF4-FFF2-40B4-BE49-F238E27FC236}">
                <a16:creationId xmlns:a16="http://schemas.microsoft.com/office/drawing/2014/main" id="{7AB91474-458B-45F7-9773-FA375C2CF7FD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5520211" y="4312077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62" name="Content placeholder 47">
            <a:extLst>
              <a:ext uri="{FF2B5EF4-FFF2-40B4-BE49-F238E27FC236}">
                <a16:creationId xmlns:a16="http://schemas.microsoft.com/office/drawing/2014/main" id="{52E587E7-A09A-4FB2-8774-8073E737F106}"/>
              </a:ext>
            </a:extLst>
          </p:cNvPr>
          <p:cNvSpPr>
            <a:spLocks noGrp="1"/>
          </p:cNvSpPr>
          <p:nvPr>
            <p:ph type="pic" sz="quarter" idx="74"/>
          </p:nvPr>
        </p:nvSpPr>
        <p:spPr>
          <a:xfrm>
            <a:off x="8059916" y="3571991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51" name="Content placeholder 47" descr="Click icon to add picture">
            <a:extLst>
              <a:ext uri="{FF2B5EF4-FFF2-40B4-BE49-F238E27FC236}">
                <a16:creationId xmlns:a16="http://schemas.microsoft.com/office/drawing/2014/main" id="{FBF01DC7-D684-4484-B2AA-B50F7B1A00DA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9309889" y="3775516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52" name="Content placeholder 47">
            <a:extLst>
              <a:ext uri="{FF2B5EF4-FFF2-40B4-BE49-F238E27FC236}">
                <a16:creationId xmlns:a16="http://schemas.microsoft.com/office/drawing/2014/main" id="{6046C90F-8A25-4E70-9BC9-4496C6B94EBC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9309891" y="4312077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55" name="Content placeholder 47">
            <a:extLst>
              <a:ext uri="{FF2B5EF4-FFF2-40B4-BE49-F238E27FC236}">
                <a16:creationId xmlns:a16="http://schemas.microsoft.com/office/drawing/2014/main" id="{D05B9A22-6B21-40BB-BBC1-9586C432A97B}"/>
              </a:ext>
            </a:extLst>
          </p:cNvPr>
          <p:cNvSpPr>
            <a:spLocks noGrp="1"/>
          </p:cNvSpPr>
          <p:nvPr>
            <p:ph type="pic" sz="quarter" idx="71"/>
          </p:nvPr>
        </p:nvSpPr>
        <p:spPr>
          <a:xfrm>
            <a:off x="4269796" y="5153614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53" name="Content placeholder 47" descr="Click icon to add picture">
            <a:extLst>
              <a:ext uri="{FF2B5EF4-FFF2-40B4-BE49-F238E27FC236}">
                <a16:creationId xmlns:a16="http://schemas.microsoft.com/office/drawing/2014/main" id="{F5E2B418-8D0E-4995-A3ED-4348C6F4A1AF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5520210" y="5369449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58" name="Content placeholder 47">
            <a:extLst>
              <a:ext uri="{FF2B5EF4-FFF2-40B4-BE49-F238E27FC236}">
                <a16:creationId xmlns:a16="http://schemas.microsoft.com/office/drawing/2014/main" id="{90A2A6E4-4D11-4F28-9D68-BC28580EBC05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5520211" y="5901594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63" name="Content placeholder 47">
            <a:extLst>
              <a:ext uri="{FF2B5EF4-FFF2-40B4-BE49-F238E27FC236}">
                <a16:creationId xmlns:a16="http://schemas.microsoft.com/office/drawing/2014/main" id="{A74DEBE4-2F74-4EB7-9501-8D37A3151B2A}"/>
              </a:ext>
            </a:extLst>
          </p:cNvPr>
          <p:cNvSpPr>
            <a:spLocks noGrp="1"/>
          </p:cNvSpPr>
          <p:nvPr>
            <p:ph type="pic" sz="quarter" idx="75"/>
          </p:nvPr>
        </p:nvSpPr>
        <p:spPr>
          <a:xfrm>
            <a:off x="8059916" y="5153614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59" name="Content placeholder 47" descr="Click icon to add picture">
            <a:extLst>
              <a:ext uri="{FF2B5EF4-FFF2-40B4-BE49-F238E27FC236}">
                <a16:creationId xmlns:a16="http://schemas.microsoft.com/office/drawing/2014/main" id="{070D69EE-1032-4604-B201-FD13AE846E9E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9313612" y="5369449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60" name="Content placeholder 47">
            <a:extLst>
              <a:ext uri="{FF2B5EF4-FFF2-40B4-BE49-F238E27FC236}">
                <a16:creationId xmlns:a16="http://schemas.microsoft.com/office/drawing/2014/main" id="{B65187B8-CD7A-46B0-A851-E2456586E758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9309891" y="5901594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964988-2386-5A15-B085-00BD5D58E53C}"/>
              </a:ext>
            </a:extLst>
          </p:cNvPr>
          <p:cNvSpPr>
            <a:spLocks noGrp="1"/>
          </p:cNvSpPr>
          <p:nvPr>
            <p:ph type="ftr" sz="quarter" idx="76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2CC095-C330-BF75-42CE-50A46EAD82C5}"/>
              </a:ext>
            </a:extLst>
          </p:cNvPr>
          <p:cNvSpPr>
            <a:spLocks noGrp="1"/>
          </p:cNvSpPr>
          <p:nvPr>
            <p:ph type="sldNum" sz="quarter" idx="77"/>
          </p:nvPr>
        </p:nvSpPr>
        <p:spPr/>
        <p:txBody>
          <a:bodyPr>
            <a:noAutofit/>
          </a:bodyPr>
          <a:lstStyle>
            <a:lvl1pPr>
              <a:defRPr b="0"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7431174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olumn with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: Shape 6">
            <a:extLst>
              <a:ext uri="{FF2B5EF4-FFF2-40B4-BE49-F238E27FC236}">
                <a16:creationId xmlns:a16="http://schemas.microsoft.com/office/drawing/2014/main" id="{A533F602-EEC9-45F6-8223-8C8F4914919D}"/>
              </a:ext>
            </a:extLst>
          </p:cNvPr>
          <p:cNvSpPr/>
          <p:nvPr userDrawn="1"/>
        </p:nvSpPr>
        <p:spPr>
          <a:xfrm>
            <a:off x="2121636" y="2070606"/>
            <a:ext cx="1583013" cy="184155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5" name="Freeform: Shape 7">
            <a:extLst>
              <a:ext uri="{FF2B5EF4-FFF2-40B4-BE49-F238E27FC236}">
                <a16:creationId xmlns:a16="http://schemas.microsoft.com/office/drawing/2014/main" id="{08F73F8C-5CF8-4470-AE2B-8E6D7952FF3E}"/>
              </a:ext>
            </a:extLst>
          </p:cNvPr>
          <p:cNvSpPr/>
          <p:nvPr userDrawn="1"/>
        </p:nvSpPr>
        <p:spPr>
          <a:xfrm>
            <a:off x="4174867" y="2073440"/>
            <a:ext cx="1583013" cy="184155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6" name="Freeform: Shape 8">
            <a:extLst>
              <a:ext uri="{FF2B5EF4-FFF2-40B4-BE49-F238E27FC236}">
                <a16:creationId xmlns:a16="http://schemas.microsoft.com/office/drawing/2014/main" id="{1299AD72-44AB-4D37-ABBB-9E295508DDB5}"/>
              </a:ext>
            </a:extLst>
          </p:cNvPr>
          <p:cNvSpPr/>
          <p:nvPr userDrawn="1"/>
        </p:nvSpPr>
        <p:spPr>
          <a:xfrm>
            <a:off x="6308379" y="2064520"/>
            <a:ext cx="1583013" cy="184155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7" name="Freeform: Shape 9">
            <a:extLst>
              <a:ext uri="{FF2B5EF4-FFF2-40B4-BE49-F238E27FC236}">
                <a16:creationId xmlns:a16="http://schemas.microsoft.com/office/drawing/2014/main" id="{834981F1-A16D-4CA2-8001-0D2A65539268}"/>
              </a:ext>
            </a:extLst>
          </p:cNvPr>
          <p:cNvSpPr/>
          <p:nvPr userDrawn="1"/>
        </p:nvSpPr>
        <p:spPr>
          <a:xfrm>
            <a:off x="8407152" y="2068980"/>
            <a:ext cx="1583013" cy="184155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31" name="Content placeholder 47" descr="Click icon to add picture">
            <a:extLst>
              <a:ext uri="{FF2B5EF4-FFF2-40B4-BE49-F238E27FC236}">
                <a16:creationId xmlns:a16="http://schemas.microsoft.com/office/drawing/2014/main" id="{7AA46292-B7E4-4DB5-85D0-C4F19D66F86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21770" y="4416565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32" name="Content placeholder 47">
            <a:extLst>
              <a:ext uri="{FF2B5EF4-FFF2-40B4-BE49-F238E27FC236}">
                <a16:creationId xmlns:a16="http://schemas.microsoft.com/office/drawing/2014/main" id="{382E7D57-1A1A-432F-AEA9-9730DEE1572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12627" y="5007731"/>
            <a:ext cx="1691687" cy="81117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33" name="Content placeholder 47" descr="Click icon to add picture">
            <a:extLst>
              <a:ext uri="{FF2B5EF4-FFF2-40B4-BE49-F238E27FC236}">
                <a16:creationId xmlns:a16="http://schemas.microsoft.com/office/drawing/2014/main" id="{E51F0384-440E-45B9-91E7-78CA13DE0B98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2888314" y="4416565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34" name="Content placeholder 47">
            <a:extLst>
              <a:ext uri="{FF2B5EF4-FFF2-40B4-BE49-F238E27FC236}">
                <a16:creationId xmlns:a16="http://schemas.microsoft.com/office/drawing/2014/main" id="{35EAE525-3692-40E8-894E-B19171FF64F6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2979171" y="5007731"/>
            <a:ext cx="1691687" cy="81117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35" name="Content placeholder 47" descr="Click icon to add picture">
            <a:extLst>
              <a:ext uri="{FF2B5EF4-FFF2-40B4-BE49-F238E27FC236}">
                <a16:creationId xmlns:a16="http://schemas.microsoft.com/office/drawing/2014/main" id="{847DC539-F391-4470-96EB-486AB02DADB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073898" y="4416565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36" name="Content placeholder 47">
            <a:extLst>
              <a:ext uri="{FF2B5EF4-FFF2-40B4-BE49-F238E27FC236}">
                <a16:creationId xmlns:a16="http://schemas.microsoft.com/office/drawing/2014/main" id="{50988645-D146-4AFE-B87D-27927957717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164755" y="5007731"/>
            <a:ext cx="1691687" cy="81117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37" name="Content placeholder 47" descr="Click icon to add picture">
            <a:extLst>
              <a:ext uri="{FF2B5EF4-FFF2-40B4-BE49-F238E27FC236}">
                <a16:creationId xmlns:a16="http://schemas.microsoft.com/office/drawing/2014/main" id="{6712E8AC-14E0-42CC-8037-7C1D0E044B61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7259482" y="4416565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38" name="Content placeholder 47">
            <a:extLst>
              <a:ext uri="{FF2B5EF4-FFF2-40B4-BE49-F238E27FC236}">
                <a16:creationId xmlns:a16="http://schemas.microsoft.com/office/drawing/2014/main" id="{C68DF822-6F14-4839-BD33-6874C8136EE0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7350339" y="5007731"/>
            <a:ext cx="1691687" cy="81117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39" name="Content placeholder 47" descr="Click icon to add picture">
            <a:extLst>
              <a:ext uri="{FF2B5EF4-FFF2-40B4-BE49-F238E27FC236}">
                <a16:creationId xmlns:a16="http://schemas.microsoft.com/office/drawing/2014/main" id="{2D1F75C7-DA21-4400-B066-F38190B4F520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9445066" y="4416565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40" name="Content placeholder 47">
            <a:extLst>
              <a:ext uri="{FF2B5EF4-FFF2-40B4-BE49-F238E27FC236}">
                <a16:creationId xmlns:a16="http://schemas.microsoft.com/office/drawing/2014/main" id="{F7CF6BF0-A40D-4F18-B9DF-D9C4106065D2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9535923" y="5007731"/>
            <a:ext cx="1691687" cy="81117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41" name="Content placeholder 47">
            <a:extLst>
              <a:ext uri="{FF2B5EF4-FFF2-40B4-BE49-F238E27FC236}">
                <a16:creationId xmlns:a16="http://schemas.microsoft.com/office/drawing/2014/main" id="{95C6B2A2-937E-4C7D-92E3-8A105DD43A98}"/>
              </a:ext>
            </a:extLst>
          </p:cNvPr>
          <p:cNvSpPr>
            <a:spLocks noGrp="1"/>
          </p:cNvSpPr>
          <p:nvPr>
            <p:ph type="pic" sz="quarter" idx="57"/>
          </p:nvPr>
        </p:nvSpPr>
        <p:spPr>
          <a:xfrm>
            <a:off x="983282" y="2073439"/>
            <a:ext cx="1621032" cy="1841551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2" name="Content placeholder 47">
            <a:extLst>
              <a:ext uri="{FF2B5EF4-FFF2-40B4-BE49-F238E27FC236}">
                <a16:creationId xmlns:a16="http://schemas.microsoft.com/office/drawing/2014/main" id="{A9ECEF10-95EB-4F03-B3B1-8FC0E421618E}"/>
              </a:ext>
            </a:extLst>
          </p:cNvPr>
          <p:cNvSpPr>
            <a:spLocks noGrp="1"/>
          </p:cNvSpPr>
          <p:nvPr>
            <p:ph type="pic" sz="quarter" idx="58"/>
          </p:nvPr>
        </p:nvSpPr>
        <p:spPr>
          <a:xfrm>
            <a:off x="3109346" y="2073439"/>
            <a:ext cx="1621032" cy="1841551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3" name="Content placeholder 47">
            <a:extLst>
              <a:ext uri="{FF2B5EF4-FFF2-40B4-BE49-F238E27FC236}">
                <a16:creationId xmlns:a16="http://schemas.microsoft.com/office/drawing/2014/main" id="{12D92FE1-9874-49B8-8FDC-F903A4843015}"/>
              </a:ext>
            </a:extLst>
          </p:cNvPr>
          <p:cNvSpPr>
            <a:spLocks noGrp="1"/>
          </p:cNvSpPr>
          <p:nvPr>
            <p:ph type="pic" sz="quarter" idx="59"/>
          </p:nvPr>
        </p:nvSpPr>
        <p:spPr>
          <a:xfrm>
            <a:off x="5235410" y="2073439"/>
            <a:ext cx="1621032" cy="1841551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4" name="Content placeholder 47">
            <a:extLst>
              <a:ext uri="{FF2B5EF4-FFF2-40B4-BE49-F238E27FC236}">
                <a16:creationId xmlns:a16="http://schemas.microsoft.com/office/drawing/2014/main" id="{12070F52-AB91-476E-9FE0-5403568A11DD}"/>
              </a:ext>
            </a:extLst>
          </p:cNvPr>
          <p:cNvSpPr>
            <a:spLocks noGrp="1"/>
          </p:cNvSpPr>
          <p:nvPr>
            <p:ph type="pic" sz="quarter" idx="60"/>
          </p:nvPr>
        </p:nvSpPr>
        <p:spPr>
          <a:xfrm>
            <a:off x="7361474" y="2073439"/>
            <a:ext cx="1621032" cy="1841551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5" name="Content placeholder 47">
            <a:extLst>
              <a:ext uri="{FF2B5EF4-FFF2-40B4-BE49-F238E27FC236}">
                <a16:creationId xmlns:a16="http://schemas.microsoft.com/office/drawing/2014/main" id="{13AE459B-26D7-43FC-BE0B-EF7B119D7D40}"/>
              </a:ext>
            </a:extLst>
          </p:cNvPr>
          <p:cNvSpPr>
            <a:spLocks noGrp="1"/>
          </p:cNvSpPr>
          <p:nvPr>
            <p:ph type="pic" sz="quarter" idx="61"/>
          </p:nvPr>
        </p:nvSpPr>
        <p:spPr>
          <a:xfrm>
            <a:off x="9487536" y="2073439"/>
            <a:ext cx="1621032" cy="1841551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25" name="Title Placeholder 4">
            <a:extLst>
              <a:ext uri="{FF2B5EF4-FFF2-40B4-BE49-F238E27FC236}">
                <a16:creationId xmlns:a16="http://schemas.microsoft.com/office/drawing/2014/main" id="{C8ECEE37-7B17-4FD7-2612-FBD357E104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7F2CD23-FF0B-8184-9F40-957043412F1C}"/>
              </a:ext>
            </a:extLst>
          </p:cNvPr>
          <p:cNvSpPr>
            <a:spLocks noGrp="1"/>
          </p:cNvSpPr>
          <p:nvPr>
            <p:ph type="ftr" sz="quarter" idx="6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876D293-58F2-B8E9-6576-2676F210D7CF}"/>
              </a:ext>
            </a:extLst>
          </p:cNvPr>
          <p:cNvSpPr>
            <a:spLocks noGrp="1"/>
          </p:cNvSpPr>
          <p:nvPr>
            <p:ph type="sldNum" sz="quarter" idx="63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6933173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Content placeholder 47">
            <a:extLst>
              <a:ext uri="{FF2B5EF4-FFF2-40B4-BE49-F238E27FC236}">
                <a16:creationId xmlns:a16="http://schemas.microsoft.com/office/drawing/2014/main" id="{67FF6BA4-2B1B-4B51-9FE3-A67E3DCC318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38200" y="2929823"/>
            <a:ext cx="1865376" cy="2464293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tIns="219456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5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30" name="Content placeholder 47">
            <a:extLst>
              <a:ext uri="{FF2B5EF4-FFF2-40B4-BE49-F238E27FC236}">
                <a16:creationId xmlns:a16="http://schemas.microsoft.com/office/drawing/2014/main" id="{88E2377A-ED6B-4D69-A9DC-647CB22A5204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3000303" y="2929823"/>
            <a:ext cx="1867186" cy="2471878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tIns="219456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5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31" name="Content placeholder 47">
            <a:extLst>
              <a:ext uri="{FF2B5EF4-FFF2-40B4-BE49-F238E27FC236}">
                <a16:creationId xmlns:a16="http://schemas.microsoft.com/office/drawing/2014/main" id="{ECC27D7D-FA65-E93F-3C7E-AADBF7E0CC2C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164216" y="2929823"/>
            <a:ext cx="1865376" cy="2464293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tIns="219456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5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33" name="Content placeholder 47">
            <a:extLst>
              <a:ext uri="{FF2B5EF4-FFF2-40B4-BE49-F238E27FC236}">
                <a16:creationId xmlns:a16="http://schemas.microsoft.com/office/drawing/2014/main" id="{DF5280E4-E86B-9E17-04A1-072A8148C3BD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7326319" y="2929823"/>
            <a:ext cx="1865376" cy="2464293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tIns="219456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5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37" name="Content placeholder 47">
            <a:extLst>
              <a:ext uri="{FF2B5EF4-FFF2-40B4-BE49-F238E27FC236}">
                <a16:creationId xmlns:a16="http://schemas.microsoft.com/office/drawing/2014/main" id="{42F4F0D3-AF64-7F92-FF1C-F5D1DC62A388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9488424" y="2929823"/>
            <a:ext cx="1865376" cy="2464293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tIns="219456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5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27" name="Content placeholder 47">
            <a:extLst>
              <a:ext uri="{FF2B5EF4-FFF2-40B4-BE49-F238E27FC236}">
                <a16:creationId xmlns:a16="http://schemas.microsoft.com/office/drawing/2014/main" id="{43D089D6-48B5-43AB-A887-EEF910BA916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38200" y="2067143"/>
            <a:ext cx="1865376" cy="866219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sz="1800" b="1" i="0">
                <a:solidFill>
                  <a:schemeClr val="accent6"/>
                </a:solidFill>
                <a:latin typeface="+mn-lt"/>
              </a:defRPr>
            </a:lvl1pPr>
          </a:lstStyle>
          <a:p>
            <a:pPr lvl="0"/>
            <a:r>
              <a:rPr lang="en-US" altLang="zh-CN" dirty="0"/>
              <a:t>Click to edit Master title style</a:t>
            </a:r>
            <a:endParaRPr lang="zh-CN" altLang="en-US" dirty="0"/>
          </a:p>
        </p:txBody>
      </p:sp>
      <p:sp>
        <p:nvSpPr>
          <p:cNvPr id="24" name="Title Placeholder 4">
            <a:extLst>
              <a:ext uri="{FF2B5EF4-FFF2-40B4-BE49-F238E27FC236}">
                <a16:creationId xmlns:a16="http://schemas.microsoft.com/office/drawing/2014/main" id="{69ABDED2-7EB3-3ABE-90D0-E6C00F806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5" name="Content placeholder 47">
            <a:extLst>
              <a:ext uri="{FF2B5EF4-FFF2-40B4-BE49-F238E27FC236}">
                <a16:creationId xmlns:a16="http://schemas.microsoft.com/office/drawing/2014/main" id="{476A31DC-7395-007C-8BA1-C38E5B289CF5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3000756" y="2067143"/>
            <a:ext cx="1865376" cy="866219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sz="1800" b="1" i="0">
                <a:solidFill>
                  <a:schemeClr val="accent6"/>
                </a:solidFill>
                <a:latin typeface="+mn-lt"/>
              </a:defRPr>
            </a:lvl1pPr>
          </a:lstStyle>
          <a:p>
            <a:pPr lvl="0"/>
            <a:r>
              <a:rPr lang="en-US" altLang="zh-CN" dirty="0"/>
              <a:t>Click to edit Master title style</a:t>
            </a:r>
            <a:endParaRPr lang="zh-CN" altLang="en-US" dirty="0"/>
          </a:p>
        </p:txBody>
      </p:sp>
      <p:sp>
        <p:nvSpPr>
          <p:cNvPr id="26" name="Content placeholder 47">
            <a:extLst>
              <a:ext uri="{FF2B5EF4-FFF2-40B4-BE49-F238E27FC236}">
                <a16:creationId xmlns:a16="http://schemas.microsoft.com/office/drawing/2014/main" id="{35CE0786-D87B-DD89-C418-C53C1B7E610B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163312" y="2067143"/>
            <a:ext cx="1865376" cy="866219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sz="1800" b="1" i="0">
                <a:solidFill>
                  <a:schemeClr val="accent6"/>
                </a:solidFill>
                <a:latin typeface="+mn-lt"/>
              </a:defRPr>
            </a:lvl1pPr>
          </a:lstStyle>
          <a:p>
            <a:pPr lvl="0"/>
            <a:r>
              <a:rPr lang="en-US" altLang="zh-CN" dirty="0"/>
              <a:t>Click to edit Master title style</a:t>
            </a:r>
            <a:endParaRPr lang="zh-CN" altLang="en-US" dirty="0"/>
          </a:p>
        </p:txBody>
      </p:sp>
      <p:sp>
        <p:nvSpPr>
          <p:cNvPr id="28" name="Content placeholder 47">
            <a:extLst>
              <a:ext uri="{FF2B5EF4-FFF2-40B4-BE49-F238E27FC236}">
                <a16:creationId xmlns:a16="http://schemas.microsoft.com/office/drawing/2014/main" id="{7C7F2E6C-1DCD-3C6A-4830-5BF230A3AAB2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7325868" y="2067143"/>
            <a:ext cx="1865376" cy="866219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sz="1800" b="1" i="0">
                <a:solidFill>
                  <a:schemeClr val="accent6"/>
                </a:solidFill>
                <a:latin typeface="+mn-lt"/>
              </a:defRPr>
            </a:lvl1pPr>
          </a:lstStyle>
          <a:p>
            <a:pPr lvl="0"/>
            <a:r>
              <a:rPr lang="en-US" altLang="zh-CN" dirty="0"/>
              <a:t>Click to edit Master title style</a:t>
            </a:r>
            <a:endParaRPr lang="zh-CN" altLang="en-US" dirty="0"/>
          </a:p>
        </p:txBody>
      </p:sp>
      <p:sp>
        <p:nvSpPr>
          <p:cNvPr id="29" name="Content placeholder 47">
            <a:extLst>
              <a:ext uri="{FF2B5EF4-FFF2-40B4-BE49-F238E27FC236}">
                <a16:creationId xmlns:a16="http://schemas.microsoft.com/office/drawing/2014/main" id="{56A87F6E-D6C5-8903-BC20-313810046034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9488424" y="2067143"/>
            <a:ext cx="1865376" cy="866219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sz="1800" b="1" i="0">
                <a:solidFill>
                  <a:schemeClr val="accent6"/>
                </a:solidFill>
                <a:latin typeface="+mn-lt"/>
              </a:defRPr>
            </a:lvl1pPr>
          </a:lstStyle>
          <a:p>
            <a:pPr lvl="0"/>
            <a:r>
              <a:rPr lang="en-US" altLang="zh-CN" dirty="0"/>
              <a:t>Click to edit Master title style</a:t>
            </a:r>
            <a:endParaRPr lang="zh-CN" alt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7218367E-FDD8-A1F8-8E0F-A365771B85F7}"/>
              </a:ext>
            </a:extLst>
          </p:cNvPr>
          <p:cNvSpPr>
            <a:spLocks noGrp="1"/>
          </p:cNvSpPr>
          <p:nvPr>
            <p:ph type="ftr" sz="quarter" idx="54"/>
          </p:nvPr>
        </p:nvSpPr>
        <p:spPr/>
        <p:txBody>
          <a:bodyPr>
            <a:noAutofit/>
          </a:bodyPr>
          <a:lstStyle/>
          <a:p>
            <a:r>
              <a:rPr lang="en-US" noProof="0"/>
              <a:t>Presentation title</a:t>
            </a:r>
            <a:endParaRPr lang="en-US" noProof="0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77ECE300-0AB8-85A0-D4D3-B948DDA7B00F}"/>
              </a:ext>
            </a:extLst>
          </p:cNvPr>
          <p:cNvSpPr>
            <a:spLocks noGrp="1"/>
          </p:cNvSpPr>
          <p:nvPr>
            <p:ph type="sldNum" sz="quarter" idx="55"/>
          </p:nvPr>
        </p:nvSpPr>
        <p:spPr/>
        <p:txBody>
          <a:bodyPr>
            <a:noAutofit/>
          </a:bodyPr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26498592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Freeform: Shape 25">
            <a:extLst>
              <a:ext uri="{FF2B5EF4-FFF2-40B4-BE49-F238E27FC236}">
                <a16:creationId xmlns:a16="http://schemas.microsoft.com/office/drawing/2014/main" id="{D61EE2E4-C5DD-4944-B70C-8F0A3F741A59}"/>
              </a:ext>
            </a:extLst>
          </p:cNvPr>
          <p:cNvSpPr/>
          <p:nvPr userDrawn="1"/>
        </p:nvSpPr>
        <p:spPr>
          <a:xfrm>
            <a:off x="1295508" y="3039919"/>
            <a:ext cx="2375255" cy="273493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chemeClr val="accent3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67" name="Freeform: Shape 26">
            <a:extLst>
              <a:ext uri="{FF2B5EF4-FFF2-40B4-BE49-F238E27FC236}">
                <a16:creationId xmlns:a16="http://schemas.microsoft.com/office/drawing/2014/main" id="{91FA36A8-94E8-4069-B957-F7145D77BD5F}"/>
              </a:ext>
            </a:extLst>
          </p:cNvPr>
          <p:cNvSpPr/>
          <p:nvPr userDrawn="1"/>
        </p:nvSpPr>
        <p:spPr>
          <a:xfrm>
            <a:off x="3670763" y="1677046"/>
            <a:ext cx="2375255" cy="273493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chemeClr val="accent3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68" name="Freeform: Shape 27">
            <a:extLst>
              <a:ext uri="{FF2B5EF4-FFF2-40B4-BE49-F238E27FC236}">
                <a16:creationId xmlns:a16="http://schemas.microsoft.com/office/drawing/2014/main" id="{7D38D67C-B6B8-4EB2-BC07-4A8128F44D16}"/>
              </a:ext>
            </a:extLst>
          </p:cNvPr>
          <p:cNvSpPr/>
          <p:nvPr userDrawn="1"/>
        </p:nvSpPr>
        <p:spPr>
          <a:xfrm>
            <a:off x="4865676" y="3722308"/>
            <a:ext cx="2375255" cy="273493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chemeClr val="accent3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69" name="Freeform: Shape 28">
            <a:extLst>
              <a:ext uri="{FF2B5EF4-FFF2-40B4-BE49-F238E27FC236}">
                <a16:creationId xmlns:a16="http://schemas.microsoft.com/office/drawing/2014/main" id="{6B2E4C8C-D96E-4A66-A3D2-3580DACCF801}"/>
              </a:ext>
            </a:extLst>
          </p:cNvPr>
          <p:cNvSpPr/>
          <p:nvPr userDrawn="1"/>
        </p:nvSpPr>
        <p:spPr>
          <a:xfrm>
            <a:off x="7245668" y="3725411"/>
            <a:ext cx="2375255" cy="273493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chemeClr val="accent3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0" name="Freeform: Shape 29">
            <a:extLst>
              <a:ext uri="{FF2B5EF4-FFF2-40B4-BE49-F238E27FC236}">
                <a16:creationId xmlns:a16="http://schemas.microsoft.com/office/drawing/2014/main" id="{74E0B8B0-45C7-4733-BBDC-B82F9307E431}"/>
              </a:ext>
            </a:extLst>
          </p:cNvPr>
          <p:cNvSpPr/>
          <p:nvPr userDrawn="1"/>
        </p:nvSpPr>
        <p:spPr>
          <a:xfrm>
            <a:off x="8440729" y="1677046"/>
            <a:ext cx="2375255" cy="273493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chemeClr val="accent3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1" name="Freeform: Shape 30">
            <a:extLst>
              <a:ext uri="{FF2B5EF4-FFF2-40B4-BE49-F238E27FC236}">
                <a16:creationId xmlns:a16="http://schemas.microsoft.com/office/drawing/2014/main" id="{F0BBECC2-631C-4C53-A9E8-6C87D48A3B01}"/>
              </a:ext>
            </a:extLst>
          </p:cNvPr>
          <p:cNvSpPr/>
          <p:nvPr userDrawn="1"/>
        </p:nvSpPr>
        <p:spPr>
          <a:xfrm>
            <a:off x="1274779" y="1667026"/>
            <a:ext cx="7152768" cy="2736950"/>
          </a:xfrm>
          <a:custGeom>
            <a:avLst/>
            <a:gdLst>
              <a:gd name="connsiteX0" fmla="*/ 0 w 5958191"/>
              <a:gd name="connsiteY0" fmla="*/ 2052536 h 2733472"/>
              <a:gd name="connsiteX1" fmla="*/ 1186774 w 5958191"/>
              <a:gd name="connsiteY1" fmla="*/ 1361872 h 2733472"/>
              <a:gd name="connsiteX2" fmla="*/ 2368685 w 5958191"/>
              <a:gd name="connsiteY2" fmla="*/ 2057400 h 2733472"/>
              <a:gd name="connsiteX3" fmla="*/ 2378413 w 5958191"/>
              <a:gd name="connsiteY3" fmla="*/ 690664 h 2733472"/>
              <a:gd name="connsiteX4" fmla="*/ 3570051 w 5958191"/>
              <a:gd name="connsiteY4" fmla="*/ 0 h 2733472"/>
              <a:gd name="connsiteX5" fmla="*/ 4761689 w 5958191"/>
              <a:gd name="connsiteY5" fmla="*/ 680936 h 2733472"/>
              <a:gd name="connsiteX6" fmla="*/ 4756825 w 5958191"/>
              <a:gd name="connsiteY6" fmla="*/ 2052536 h 2733472"/>
              <a:gd name="connsiteX7" fmla="*/ 5958191 w 5958191"/>
              <a:gd name="connsiteY7" fmla="*/ 2733472 h 2733472"/>
              <a:gd name="connsiteX8" fmla="*/ 5958191 w 5958191"/>
              <a:gd name="connsiteY8" fmla="*/ 2733472 h 2733472"/>
              <a:gd name="connsiteX0" fmla="*/ 0 w 7159557"/>
              <a:gd name="connsiteY0" fmla="*/ 2052536 h 2733472"/>
              <a:gd name="connsiteX1" fmla="*/ 1186774 w 7159557"/>
              <a:gd name="connsiteY1" fmla="*/ 1361872 h 2733472"/>
              <a:gd name="connsiteX2" fmla="*/ 2368685 w 7159557"/>
              <a:gd name="connsiteY2" fmla="*/ 2057400 h 2733472"/>
              <a:gd name="connsiteX3" fmla="*/ 2378413 w 7159557"/>
              <a:gd name="connsiteY3" fmla="*/ 690664 h 2733472"/>
              <a:gd name="connsiteX4" fmla="*/ 3570051 w 7159557"/>
              <a:gd name="connsiteY4" fmla="*/ 0 h 2733472"/>
              <a:gd name="connsiteX5" fmla="*/ 4761689 w 7159557"/>
              <a:gd name="connsiteY5" fmla="*/ 680936 h 2733472"/>
              <a:gd name="connsiteX6" fmla="*/ 4756825 w 7159557"/>
              <a:gd name="connsiteY6" fmla="*/ 2052536 h 2733472"/>
              <a:gd name="connsiteX7" fmla="*/ 5958191 w 7159557"/>
              <a:gd name="connsiteY7" fmla="*/ 2733472 h 2733472"/>
              <a:gd name="connsiteX8" fmla="*/ 7159557 w 7159557"/>
              <a:gd name="connsiteY8" fmla="*/ 2067128 h 2733472"/>
              <a:gd name="connsiteX0" fmla="*/ 0 w 7164420"/>
              <a:gd name="connsiteY0" fmla="*/ 2052536 h 2733472"/>
              <a:gd name="connsiteX1" fmla="*/ 1186774 w 7164420"/>
              <a:gd name="connsiteY1" fmla="*/ 1361872 h 2733472"/>
              <a:gd name="connsiteX2" fmla="*/ 2368685 w 7164420"/>
              <a:gd name="connsiteY2" fmla="*/ 2057400 h 2733472"/>
              <a:gd name="connsiteX3" fmla="*/ 2378413 w 7164420"/>
              <a:gd name="connsiteY3" fmla="*/ 690664 h 2733472"/>
              <a:gd name="connsiteX4" fmla="*/ 3570051 w 7164420"/>
              <a:gd name="connsiteY4" fmla="*/ 0 h 2733472"/>
              <a:gd name="connsiteX5" fmla="*/ 4761689 w 7164420"/>
              <a:gd name="connsiteY5" fmla="*/ 680936 h 2733472"/>
              <a:gd name="connsiteX6" fmla="*/ 4756825 w 7164420"/>
              <a:gd name="connsiteY6" fmla="*/ 2052536 h 2733472"/>
              <a:gd name="connsiteX7" fmla="*/ 5958191 w 7164420"/>
              <a:gd name="connsiteY7" fmla="*/ 2733472 h 2733472"/>
              <a:gd name="connsiteX8" fmla="*/ 7164420 w 7164420"/>
              <a:gd name="connsiteY8" fmla="*/ 2062264 h 2733472"/>
              <a:gd name="connsiteX0" fmla="*/ 0 w 7164420"/>
              <a:gd name="connsiteY0" fmla="*/ 2052536 h 2733472"/>
              <a:gd name="connsiteX1" fmla="*/ 1186774 w 7164420"/>
              <a:gd name="connsiteY1" fmla="*/ 1361872 h 2733472"/>
              <a:gd name="connsiteX2" fmla="*/ 2368685 w 7164420"/>
              <a:gd name="connsiteY2" fmla="*/ 2057400 h 2733472"/>
              <a:gd name="connsiteX3" fmla="*/ 2378413 w 7164420"/>
              <a:gd name="connsiteY3" fmla="*/ 690664 h 2733472"/>
              <a:gd name="connsiteX4" fmla="*/ 3570051 w 7164420"/>
              <a:gd name="connsiteY4" fmla="*/ 0 h 2733472"/>
              <a:gd name="connsiteX5" fmla="*/ 4761689 w 7164420"/>
              <a:gd name="connsiteY5" fmla="*/ 680936 h 2733472"/>
              <a:gd name="connsiteX6" fmla="*/ 4756825 w 7164420"/>
              <a:gd name="connsiteY6" fmla="*/ 2052536 h 2733472"/>
              <a:gd name="connsiteX7" fmla="*/ 5958191 w 7164420"/>
              <a:gd name="connsiteY7" fmla="*/ 2733472 h 2733472"/>
              <a:gd name="connsiteX8" fmla="*/ 7164420 w 7164420"/>
              <a:gd name="connsiteY8" fmla="*/ 2057400 h 2733472"/>
              <a:gd name="connsiteX0" fmla="*/ 0 w 7164420"/>
              <a:gd name="connsiteY0" fmla="*/ 2052536 h 2733472"/>
              <a:gd name="connsiteX1" fmla="*/ 1186774 w 7164420"/>
              <a:gd name="connsiteY1" fmla="*/ 1361872 h 2733472"/>
              <a:gd name="connsiteX2" fmla="*/ 2368685 w 7164420"/>
              <a:gd name="connsiteY2" fmla="*/ 2057400 h 2733472"/>
              <a:gd name="connsiteX3" fmla="*/ 2378413 w 7164420"/>
              <a:gd name="connsiteY3" fmla="*/ 690664 h 2733472"/>
              <a:gd name="connsiteX4" fmla="*/ 3570051 w 7164420"/>
              <a:gd name="connsiteY4" fmla="*/ 0 h 2733472"/>
              <a:gd name="connsiteX5" fmla="*/ 4761689 w 7164420"/>
              <a:gd name="connsiteY5" fmla="*/ 680936 h 2733472"/>
              <a:gd name="connsiteX6" fmla="*/ 4756825 w 7164420"/>
              <a:gd name="connsiteY6" fmla="*/ 2052536 h 2733472"/>
              <a:gd name="connsiteX7" fmla="*/ 5958191 w 7164420"/>
              <a:gd name="connsiteY7" fmla="*/ 2733472 h 2733472"/>
              <a:gd name="connsiteX8" fmla="*/ 7164420 w 7164420"/>
              <a:gd name="connsiteY8" fmla="*/ 2052536 h 2733472"/>
              <a:gd name="connsiteX0" fmla="*/ 0 w 7159556"/>
              <a:gd name="connsiteY0" fmla="*/ 2052536 h 2733472"/>
              <a:gd name="connsiteX1" fmla="*/ 1186774 w 7159556"/>
              <a:gd name="connsiteY1" fmla="*/ 1361872 h 2733472"/>
              <a:gd name="connsiteX2" fmla="*/ 2368685 w 7159556"/>
              <a:gd name="connsiteY2" fmla="*/ 2057400 h 2733472"/>
              <a:gd name="connsiteX3" fmla="*/ 2378413 w 7159556"/>
              <a:gd name="connsiteY3" fmla="*/ 690664 h 2733472"/>
              <a:gd name="connsiteX4" fmla="*/ 3570051 w 7159556"/>
              <a:gd name="connsiteY4" fmla="*/ 0 h 2733472"/>
              <a:gd name="connsiteX5" fmla="*/ 4761689 w 7159556"/>
              <a:gd name="connsiteY5" fmla="*/ 680936 h 2733472"/>
              <a:gd name="connsiteX6" fmla="*/ 4756825 w 7159556"/>
              <a:gd name="connsiteY6" fmla="*/ 2052536 h 2733472"/>
              <a:gd name="connsiteX7" fmla="*/ 5958191 w 7159556"/>
              <a:gd name="connsiteY7" fmla="*/ 2733472 h 2733472"/>
              <a:gd name="connsiteX8" fmla="*/ 7159556 w 7159556"/>
              <a:gd name="connsiteY8" fmla="*/ 2052536 h 2733472"/>
              <a:gd name="connsiteX0" fmla="*/ 0 w 7145649"/>
              <a:gd name="connsiteY0" fmla="*/ 2049060 h 2733472"/>
              <a:gd name="connsiteX1" fmla="*/ 1172867 w 7145649"/>
              <a:gd name="connsiteY1" fmla="*/ 1361872 h 2733472"/>
              <a:gd name="connsiteX2" fmla="*/ 2354778 w 7145649"/>
              <a:gd name="connsiteY2" fmla="*/ 2057400 h 2733472"/>
              <a:gd name="connsiteX3" fmla="*/ 2364506 w 7145649"/>
              <a:gd name="connsiteY3" fmla="*/ 690664 h 2733472"/>
              <a:gd name="connsiteX4" fmla="*/ 3556144 w 7145649"/>
              <a:gd name="connsiteY4" fmla="*/ 0 h 2733472"/>
              <a:gd name="connsiteX5" fmla="*/ 4747782 w 7145649"/>
              <a:gd name="connsiteY5" fmla="*/ 680936 h 2733472"/>
              <a:gd name="connsiteX6" fmla="*/ 4742918 w 7145649"/>
              <a:gd name="connsiteY6" fmla="*/ 2052536 h 2733472"/>
              <a:gd name="connsiteX7" fmla="*/ 5944284 w 7145649"/>
              <a:gd name="connsiteY7" fmla="*/ 2733472 h 2733472"/>
              <a:gd name="connsiteX8" fmla="*/ 7145649 w 7145649"/>
              <a:gd name="connsiteY8" fmla="*/ 2052536 h 2733472"/>
              <a:gd name="connsiteX0" fmla="*/ 0 w 7156079"/>
              <a:gd name="connsiteY0" fmla="*/ 2035152 h 2733472"/>
              <a:gd name="connsiteX1" fmla="*/ 1183297 w 7156079"/>
              <a:gd name="connsiteY1" fmla="*/ 1361872 h 2733472"/>
              <a:gd name="connsiteX2" fmla="*/ 2365208 w 7156079"/>
              <a:gd name="connsiteY2" fmla="*/ 2057400 h 2733472"/>
              <a:gd name="connsiteX3" fmla="*/ 2374936 w 7156079"/>
              <a:gd name="connsiteY3" fmla="*/ 690664 h 2733472"/>
              <a:gd name="connsiteX4" fmla="*/ 3566574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35152 h 2733472"/>
              <a:gd name="connsiteX1" fmla="*/ 1183297 w 7156079"/>
              <a:gd name="connsiteY1" fmla="*/ 1344488 h 2733472"/>
              <a:gd name="connsiteX2" fmla="*/ 2365208 w 7156079"/>
              <a:gd name="connsiteY2" fmla="*/ 2057400 h 2733472"/>
              <a:gd name="connsiteX3" fmla="*/ 2374936 w 7156079"/>
              <a:gd name="connsiteY3" fmla="*/ 690664 h 2733472"/>
              <a:gd name="connsiteX4" fmla="*/ 3566574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35152 h 2733472"/>
              <a:gd name="connsiteX1" fmla="*/ 1183297 w 7156079"/>
              <a:gd name="connsiteY1" fmla="*/ 1344488 h 2733472"/>
              <a:gd name="connsiteX2" fmla="*/ 2361731 w 7156079"/>
              <a:gd name="connsiteY2" fmla="*/ 2029586 h 2733472"/>
              <a:gd name="connsiteX3" fmla="*/ 2374936 w 7156079"/>
              <a:gd name="connsiteY3" fmla="*/ 690664 h 2733472"/>
              <a:gd name="connsiteX4" fmla="*/ 3566574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35152 h 2733472"/>
              <a:gd name="connsiteX1" fmla="*/ 1183297 w 7156079"/>
              <a:gd name="connsiteY1" fmla="*/ 1344488 h 2733472"/>
              <a:gd name="connsiteX2" fmla="*/ 2382592 w 7156079"/>
              <a:gd name="connsiteY2" fmla="*/ 2033063 h 2733472"/>
              <a:gd name="connsiteX3" fmla="*/ 2374936 w 7156079"/>
              <a:gd name="connsiteY3" fmla="*/ 690664 h 2733472"/>
              <a:gd name="connsiteX4" fmla="*/ 3566574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35152 h 2733472"/>
              <a:gd name="connsiteX1" fmla="*/ 1183297 w 7156079"/>
              <a:gd name="connsiteY1" fmla="*/ 1344488 h 2733472"/>
              <a:gd name="connsiteX2" fmla="*/ 2372162 w 7156079"/>
              <a:gd name="connsiteY2" fmla="*/ 2026110 h 2733472"/>
              <a:gd name="connsiteX3" fmla="*/ 2374936 w 7156079"/>
              <a:gd name="connsiteY3" fmla="*/ 690664 h 2733472"/>
              <a:gd name="connsiteX4" fmla="*/ 3566574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62966 h 2761286"/>
              <a:gd name="connsiteX1" fmla="*/ 1183297 w 7156079"/>
              <a:gd name="connsiteY1" fmla="*/ 1372302 h 2761286"/>
              <a:gd name="connsiteX2" fmla="*/ 2372162 w 7156079"/>
              <a:gd name="connsiteY2" fmla="*/ 2053924 h 2761286"/>
              <a:gd name="connsiteX3" fmla="*/ 2374936 w 7156079"/>
              <a:gd name="connsiteY3" fmla="*/ 718478 h 2761286"/>
              <a:gd name="connsiteX4" fmla="*/ 3577004 w 7156079"/>
              <a:gd name="connsiteY4" fmla="*/ 0 h 2761286"/>
              <a:gd name="connsiteX5" fmla="*/ 4758212 w 7156079"/>
              <a:gd name="connsiteY5" fmla="*/ 708750 h 2761286"/>
              <a:gd name="connsiteX6" fmla="*/ 4753348 w 7156079"/>
              <a:gd name="connsiteY6" fmla="*/ 2080350 h 2761286"/>
              <a:gd name="connsiteX7" fmla="*/ 5954714 w 7156079"/>
              <a:gd name="connsiteY7" fmla="*/ 2761286 h 2761286"/>
              <a:gd name="connsiteX8" fmla="*/ 7156079 w 7156079"/>
              <a:gd name="connsiteY8" fmla="*/ 2080350 h 2761286"/>
              <a:gd name="connsiteX0" fmla="*/ 0 w 7156079"/>
              <a:gd name="connsiteY0" fmla="*/ 2062966 h 2761286"/>
              <a:gd name="connsiteX1" fmla="*/ 1183297 w 7156079"/>
              <a:gd name="connsiteY1" fmla="*/ 1372302 h 2761286"/>
              <a:gd name="connsiteX2" fmla="*/ 2372162 w 7156079"/>
              <a:gd name="connsiteY2" fmla="*/ 2053924 h 2761286"/>
              <a:gd name="connsiteX3" fmla="*/ 2371460 w 7156079"/>
              <a:gd name="connsiteY3" fmla="*/ 708048 h 2761286"/>
              <a:gd name="connsiteX4" fmla="*/ 3577004 w 7156079"/>
              <a:gd name="connsiteY4" fmla="*/ 0 h 2761286"/>
              <a:gd name="connsiteX5" fmla="*/ 4758212 w 7156079"/>
              <a:gd name="connsiteY5" fmla="*/ 708750 h 2761286"/>
              <a:gd name="connsiteX6" fmla="*/ 4753348 w 7156079"/>
              <a:gd name="connsiteY6" fmla="*/ 2080350 h 2761286"/>
              <a:gd name="connsiteX7" fmla="*/ 5954714 w 7156079"/>
              <a:gd name="connsiteY7" fmla="*/ 2761286 h 2761286"/>
              <a:gd name="connsiteX8" fmla="*/ 7156079 w 7156079"/>
              <a:gd name="connsiteY8" fmla="*/ 2080350 h 2761286"/>
              <a:gd name="connsiteX0" fmla="*/ 0 w 7156079"/>
              <a:gd name="connsiteY0" fmla="*/ 2035152 h 2733472"/>
              <a:gd name="connsiteX1" fmla="*/ 1183297 w 7156079"/>
              <a:gd name="connsiteY1" fmla="*/ 1344488 h 2733472"/>
              <a:gd name="connsiteX2" fmla="*/ 2372162 w 7156079"/>
              <a:gd name="connsiteY2" fmla="*/ 2026110 h 2733472"/>
              <a:gd name="connsiteX3" fmla="*/ 2371460 w 7156079"/>
              <a:gd name="connsiteY3" fmla="*/ 680234 h 2733472"/>
              <a:gd name="connsiteX4" fmla="*/ 3573527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62967 h 2761287"/>
              <a:gd name="connsiteX1" fmla="*/ 1183297 w 7156079"/>
              <a:gd name="connsiteY1" fmla="*/ 1372303 h 2761287"/>
              <a:gd name="connsiteX2" fmla="*/ 2372162 w 7156079"/>
              <a:gd name="connsiteY2" fmla="*/ 2053925 h 2761287"/>
              <a:gd name="connsiteX3" fmla="*/ 2371460 w 7156079"/>
              <a:gd name="connsiteY3" fmla="*/ 708049 h 2761287"/>
              <a:gd name="connsiteX4" fmla="*/ 3563096 w 7156079"/>
              <a:gd name="connsiteY4" fmla="*/ 0 h 2761287"/>
              <a:gd name="connsiteX5" fmla="*/ 4758212 w 7156079"/>
              <a:gd name="connsiteY5" fmla="*/ 708751 h 2761287"/>
              <a:gd name="connsiteX6" fmla="*/ 4753348 w 7156079"/>
              <a:gd name="connsiteY6" fmla="*/ 2080351 h 2761287"/>
              <a:gd name="connsiteX7" fmla="*/ 5954714 w 7156079"/>
              <a:gd name="connsiteY7" fmla="*/ 2761287 h 2761287"/>
              <a:gd name="connsiteX8" fmla="*/ 7156079 w 7156079"/>
              <a:gd name="connsiteY8" fmla="*/ 2080351 h 2761287"/>
              <a:gd name="connsiteX0" fmla="*/ 0 w 7156079"/>
              <a:gd name="connsiteY0" fmla="*/ 2045583 h 2743903"/>
              <a:gd name="connsiteX1" fmla="*/ 1183297 w 7156079"/>
              <a:gd name="connsiteY1" fmla="*/ 1354919 h 2743903"/>
              <a:gd name="connsiteX2" fmla="*/ 2372162 w 7156079"/>
              <a:gd name="connsiteY2" fmla="*/ 2036541 h 2743903"/>
              <a:gd name="connsiteX3" fmla="*/ 2371460 w 7156079"/>
              <a:gd name="connsiteY3" fmla="*/ 690665 h 2743903"/>
              <a:gd name="connsiteX4" fmla="*/ 3563096 w 7156079"/>
              <a:gd name="connsiteY4" fmla="*/ 0 h 2743903"/>
              <a:gd name="connsiteX5" fmla="*/ 4758212 w 7156079"/>
              <a:gd name="connsiteY5" fmla="*/ 691367 h 2743903"/>
              <a:gd name="connsiteX6" fmla="*/ 4753348 w 7156079"/>
              <a:gd name="connsiteY6" fmla="*/ 2062967 h 2743903"/>
              <a:gd name="connsiteX7" fmla="*/ 5954714 w 7156079"/>
              <a:gd name="connsiteY7" fmla="*/ 2743903 h 2743903"/>
              <a:gd name="connsiteX8" fmla="*/ 7156079 w 7156079"/>
              <a:gd name="connsiteY8" fmla="*/ 2062967 h 2743903"/>
              <a:gd name="connsiteX0" fmla="*/ 0 w 7156079"/>
              <a:gd name="connsiteY0" fmla="*/ 2052537 h 2750857"/>
              <a:gd name="connsiteX1" fmla="*/ 1183297 w 7156079"/>
              <a:gd name="connsiteY1" fmla="*/ 1361873 h 2750857"/>
              <a:gd name="connsiteX2" fmla="*/ 2372162 w 7156079"/>
              <a:gd name="connsiteY2" fmla="*/ 2043495 h 2750857"/>
              <a:gd name="connsiteX3" fmla="*/ 2371460 w 7156079"/>
              <a:gd name="connsiteY3" fmla="*/ 697619 h 2750857"/>
              <a:gd name="connsiteX4" fmla="*/ 3559620 w 7156079"/>
              <a:gd name="connsiteY4" fmla="*/ 0 h 2750857"/>
              <a:gd name="connsiteX5" fmla="*/ 4758212 w 7156079"/>
              <a:gd name="connsiteY5" fmla="*/ 698321 h 2750857"/>
              <a:gd name="connsiteX6" fmla="*/ 4753348 w 7156079"/>
              <a:gd name="connsiteY6" fmla="*/ 2069921 h 2750857"/>
              <a:gd name="connsiteX7" fmla="*/ 5954714 w 7156079"/>
              <a:gd name="connsiteY7" fmla="*/ 2750857 h 2750857"/>
              <a:gd name="connsiteX8" fmla="*/ 7156079 w 7156079"/>
              <a:gd name="connsiteY8" fmla="*/ 2069921 h 2750857"/>
              <a:gd name="connsiteX0" fmla="*/ 0 w 7156079"/>
              <a:gd name="connsiteY0" fmla="*/ 2052537 h 2750857"/>
              <a:gd name="connsiteX1" fmla="*/ 1183297 w 7156079"/>
              <a:gd name="connsiteY1" fmla="*/ 1361873 h 2750857"/>
              <a:gd name="connsiteX2" fmla="*/ 2372162 w 7156079"/>
              <a:gd name="connsiteY2" fmla="*/ 2043495 h 2750857"/>
              <a:gd name="connsiteX3" fmla="*/ 2371460 w 7156079"/>
              <a:gd name="connsiteY3" fmla="*/ 697619 h 2750857"/>
              <a:gd name="connsiteX4" fmla="*/ 3559620 w 7156079"/>
              <a:gd name="connsiteY4" fmla="*/ 0 h 2750857"/>
              <a:gd name="connsiteX5" fmla="*/ 4751259 w 7156079"/>
              <a:gd name="connsiteY5" fmla="*/ 698321 h 2750857"/>
              <a:gd name="connsiteX6" fmla="*/ 4753348 w 7156079"/>
              <a:gd name="connsiteY6" fmla="*/ 2069921 h 2750857"/>
              <a:gd name="connsiteX7" fmla="*/ 5954714 w 7156079"/>
              <a:gd name="connsiteY7" fmla="*/ 2750857 h 2750857"/>
              <a:gd name="connsiteX8" fmla="*/ 7156079 w 7156079"/>
              <a:gd name="connsiteY8" fmla="*/ 2069921 h 2750857"/>
              <a:gd name="connsiteX0" fmla="*/ 0 w 7156079"/>
              <a:gd name="connsiteY0" fmla="*/ 2052537 h 2750857"/>
              <a:gd name="connsiteX1" fmla="*/ 1183297 w 7156079"/>
              <a:gd name="connsiteY1" fmla="*/ 1361873 h 2750857"/>
              <a:gd name="connsiteX2" fmla="*/ 2372162 w 7156079"/>
              <a:gd name="connsiteY2" fmla="*/ 2043495 h 2750857"/>
              <a:gd name="connsiteX3" fmla="*/ 2371460 w 7156079"/>
              <a:gd name="connsiteY3" fmla="*/ 697619 h 2750857"/>
              <a:gd name="connsiteX4" fmla="*/ 3559620 w 7156079"/>
              <a:gd name="connsiteY4" fmla="*/ 0 h 2750857"/>
              <a:gd name="connsiteX5" fmla="*/ 4751259 w 7156079"/>
              <a:gd name="connsiteY5" fmla="*/ 698321 h 2750857"/>
              <a:gd name="connsiteX6" fmla="*/ 4742917 w 7156079"/>
              <a:gd name="connsiteY6" fmla="*/ 2062967 h 2750857"/>
              <a:gd name="connsiteX7" fmla="*/ 5954714 w 7156079"/>
              <a:gd name="connsiteY7" fmla="*/ 2750857 h 2750857"/>
              <a:gd name="connsiteX8" fmla="*/ 7156079 w 7156079"/>
              <a:gd name="connsiteY8" fmla="*/ 2069921 h 2750857"/>
              <a:gd name="connsiteX0" fmla="*/ 0 w 7156079"/>
              <a:gd name="connsiteY0" fmla="*/ 2052537 h 2736950"/>
              <a:gd name="connsiteX1" fmla="*/ 1183297 w 7156079"/>
              <a:gd name="connsiteY1" fmla="*/ 1361873 h 2736950"/>
              <a:gd name="connsiteX2" fmla="*/ 2372162 w 7156079"/>
              <a:gd name="connsiteY2" fmla="*/ 2043495 h 2736950"/>
              <a:gd name="connsiteX3" fmla="*/ 2371460 w 7156079"/>
              <a:gd name="connsiteY3" fmla="*/ 697619 h 2736950"/>
              <a:gd name="connsiteX4" fmla="*/ 3559620 w 7156079"/>
              <a:gd name="connsiteY4" fmla="*/ 0 h 2736950"/>
              <a:gd name="connsiteX5" fmla="*/ 4751259 w 7156079"/>
              <a:gd name="connsiteY5" fmla="*/ 698321 h 2736950"/>
              <a:gd name="connsiteX6" fmla="*/ 4742917 w 7156079"/>
              <a:gd name="connsiteY6" fmla="*/ 2062967 h 2736950"/>
              <a:gd name="connsiteX7" fmla="*/ 5954714 w 7156079"/>
              <a:gd name="connsiteY7" fmla="*/ 2736950 h 2736950"/>
              <a:gd name="connsiteX8" fmla="*/ 7156079 w 7156079"/>
              <a:gd name="connsiteY8" fmla="*/ 2069921 h 2736950"/>
              <a:gd name="connsiteX0" fmla="*/ 0 w 7156079"/>
              <a:gd name="connsiteY0" fmla="*/ 2052537 h 2736950"/>
              <a:gd name="connsiteX1" fmla="*/ 1183297 w 7156079"/>
              <a:gd name="connsiteY1" fmla="*/ 1361873 h 2736950"/>
              <a:gd name="connsiteX2" fmla="*/ 2372162 w 7156079"/>
              <a:gd name="connsiteY2" fmla="*/ 2043495 h 2736950"/>
              <a:gd name="connsiteX3" fmla="*/ 2371460 w 7156079"/>
              <a:gd name="connsiteY3" fmla="*/ 697619 h 2736950"/>
              <a:gd name="connsiteX4" fmla="*/ 3559620 w 7156079"/>
              <a:gd name="connsiteY4" fmla="*/ 0 h 2736950"/>
              <a:gd name="connsiteX5" fmla="*/ 4751259 w 7156079"/>
              <a:gd name="connsiteY5" fmla="*/ 698321 h 2736950"/>
              <a:gd name="connsiteX6" fmla="*/ 4760301 w 7156079"/>
              <a:gd name="connsiteY6" fmla="*/ 2052536 h 2736950"/>
              <a:gd name="connsiteX7" fmla="*/ 5954714 w 7156079"/>
              <a:gd name="connsiteY7" fmla="*/ 2736950 h 2736950"/>
              <a:gd name="connsiteX8" fmla="*/ 7156079 w 7156079"/>
              <a:gd name="connsiteY8" fmla="*/ 2069921 h 2736950"/>
              <a:gd name="connsiteX0" fmla="*/ 0 w 7156079"/>
              <a:gd name="connsiteY0" fmla="*/ 2052537 h 2736950"/>
              <a:gd name="connsiteX1" fmla="*/ 1183297 w 7156079"/>
              <a:gd name="connsiteY1" fmla="*/ 1361873 h 2736950"/>
              <a:gd name="connsiteX2" fmla="*/ 2372162 w 7156079"/>
              <a:gd name="connsiteY2" fmla="*/ 2043495 h 2736950"/>
              <a:gd name="connsiteX3" fmla="*/ 2371460 w 7156079"/>
              <a:gd name="connsiteY3" fmla="*/ 697619 h 2736950"/>
              <a:gd name="connsiteX4" fmla="*/ 3559620 w 7156079"/>
              <a:gd name="connsiteY4" fmla="*/ 0 h 2736950"/>
              <a:gd name="connsiteX5" fmla="*/ 4751259 w 7156079"/>
              <a:gd name="connsiteY5" fmla="*/ 698321 h 2736950"/>
              <a:gd name="connsiteX6" fmla="*/ 4742917 w 7156079"/>
              <a:gd name="connsiteY6" fmla="*/ 2052536 h 2736950"/>
              <a:gd name="connsiteX7" fmla="*/ 5954714 w 7156079"/>
              <a:gd name="connsiteY7" fmla="*/ 2736950 h 2736950"/>
              <a:gd name="connsiteX8" fmla="*/ 7156079 w 7156079"/>
              <a:gd name="connsiteY8" fmla="*/ 2069921 h 2736950"/>
              <a:gd name="connsiteX0" fmla="*/ 0 w 7135218"/>
              <a:gd name="connsiteY0" fmla="*/ 2052537 h 2736950"/>
              <a:gd name="connsiteX1" fmla="*/ 1183297 w 7135218"/>
              <a:gd name="connsiteY1" fmla="*/ 1361873 h 2736950"/>
              <a:gd name="connsiteX2" fmla="*/ 2372162 w 7135218"/>
              <a:gd name="connsiteY2" fmla="*/ 2043495 h 2736950"/>
              <a:gd name="connsiteX3" fmla="*/ 2371460 w 7135218"/>
              <a:gd name="connsiteY3" fmla="*/ 697619 h 2736950"/>
              <a:gd name="connsiteX4" fmla="*/ 3559620 w 7135218"/>
              <a:gd name="connsiteY4" fmla="*/ 0 h 2736950"/>
              <a:gd name="connsiteX5" fmla="*/ 4751259 w 7135218"/>
              <a:gd name="connsiteY5" fmla="*/ 698321 h 2736950"/>
              <a:gd name="connsiteX6" fmla="*/ 4742917 w 7135218"/>
              <a:gd name="connsiteY6" fmla="*/ 2052536 h 2736950"/>
              <a:gd name="connsiteX7" fmla="*/ 5954714 w 7135218"/>
              <a:gd name="connsiteY7" fmla="*/ 2736950 h 2736950"/>
              <a:gd name="connsiteX8" fmla="*/ 7135218 w 7135218"/>
              <a:gd name="connsiteY8" fmla="*/ 2056014 h 2736950"/>
              <a:gd name="connsiteX0" fmla="*/ 0 w 7124788"/>
              <a:gd name="connsiteY0" fmla="*/ 2052537 h 2736950"/>
              <a:gd name="connsiteX1" fmla="*/ 1183297 w 7124788"/>
              <a:gd name="connsiteY1" fmla="*/ 1361873 h 2736950"/>
              <a:gd name="connsiteX2" fmla="*/ 2372162 w 7124788"/>
              <a:gd name="connsiteY2" fmla="*/ 2043495 h 2736950"/>
              <a:gd name="connsiteX3" fmla="*/ 2371460 w 7124788"/>
              <a:gd name="connsiteY3" fmla="*/ 697619 h 2736950"/>
              <a:gd name="connsiteX4" fmla="*/ 3559620 w 7124788"/>
              <a:gd name="connsiteY4" fmla="*/ 0 h 2736950"/>
              <a:gd name="connsiteX5" fmla="*/ 4751259 w 7124788"/>
              <a:gd name="connsiteY5" fmla="*/ 698321 h 2736950"/>
              <a:gd name="connsiteX6" fmla="*/ 4742917 w 7124788"/>
              <a:gd name="connsiteY6" fmla="*/ 2052536 h 2736950"/>
              <a:gd name="connsiteX7" fmla="*/ 5954714 w 7124788"/>
              <a:gd name="connsiteY7" fmla="*/ 2736950 h 2736950"/>
              <a:gd name="connsiteX8" fmla="*/ 7124788 w 7124788"/>
              <a:gd name="connsiteY8" fmla="*/ 2045583 h 2736950"/>
              <a:gd name="connsiteX0" fmla="*/ 0 w 7135218"/>
              <a:gd name="connsiteY0" fmla="*/ 2052537 h 2736950"/>
              <a:gd name="connsiteX1" fmla="*/ 1183297 w 7135218"/>
              <a:gd name="connsiteY1" fmla="*/ 1361873 h 2736950"/>
              <a:gd name="connsiteX2" fmla="*/ 2372162 w 7135218"/>
              <a:gd name="connsiteY2" fmla="*/ 2043495 h 2736950"/>
              <a:gd name="connsiteX3" fmla="*/ 2371460 w 7135218"/>
              <a:gd name="connsiteY3" fmla="*/ 697619 h 2736950"/>
              <a:gd name="connsiteX4" fmla="*/ 3559620 w 7135218"/>
              <a:gd name="connsiteY4" fmla="*/ 0 h 2736950"/>
              <a:gd name="connsiteX5" fmla="*/ 4751259 w 7135218"/>
              <a:gd name="connsiteY5" fmla="*/ 698321 h 2736950"/>
              <a:gd name="connsiteX6" fmla="*/ 4742917 w 7135218"/>
              <a:gd name="connsiteY6" fmla="*/ 2052536 h 2736950"/>
              <a:gd name="connsiteX7" fmla="*/ 5954714 w 7135218"/>
              <a:gd name="connsiteY7" fmla="*/ 2736950 h 2736950"/>
              <a:gd name="connsiteX8" fmla="*/ 7135218 w 7135218"/>
              <a:gd name="connsiteY8" fmla="*/ 2052536 h 2736950"/>
              <a:gd name="connsiteX0" fmla="*/ 0 w 7135218"/>
              <a:gd name="connsiteY0" fmla="*/ 2052537 h 2736950"/>
              <a:gd name="connsiteX1" fmla="*/ 1183297 w 7135218"/>
              <a:gd name="connsiteY1" fmla="*/ 1361873 h 2736950"/>
              <a:gd name="connsiteX2" fmla="*/ 2376070 w 7135218"/>
              <a:gd name="connsiteY2" fmla="*/ 2055218 h 2736950"/>
              <a:gd name="connsiteX3" fmla="*/ 2371460 w 7135218"/>
              <a:gd name="connsiteY3" fmla="*/ 697619 h 2736950"/>
              <a:gd name="connsiteX4" fmla="*/ 3559620 w 7135218"/>
              <a:gd name="connsiteY4" fmla="*/ 0 h 2736950"/>
              <a:gd name="connsiteX5" fmla="*/ 4751259 w 7135218"/>
              <a:gd name="connsiteY5" fmla="*/ 698321 h 2736950"/>
              <a:gd name="connsiteX6" fmla="*/ 4742917 w 7135218"/>
              <a:gd name="connsiteY6" fmla="*/ 2052536 h 2736950"/>
              <a:gd name="connsiteX7" fmla="*/ 5954714 w 7135218"/>
              <a:gd name="connsiteY7" fmla="*/ 2736950 h 2736950"/>
              <a:gd name="connsiteX8" fmla="*/ 7135218 w 7135218"/>
              <a:gd name="connsiteY8" fmla="*/ 2052536 h 2736950"/>
              <a:gd name="connsiteX0" fmla="*/ 0 w 7135218"/>
              <a:gd name="connsiteY0" fmla="*/ 2067128 h 2736950"/>
              <a:gd name="connsiteX1" fmla="*/ 1183297 w 7135218"/>
              <a:gd name="connsiteY1" fmla="*/ 1361873 h 2736950"/>
              <a:gd name="connsiteX2" fmla="*/ 2376070 w 7135218"/>
              <a:gd name="connsiteY2" fmla="*/ 2055218 h 2736950"/>
              <a:gd name="connsiteX3" fmla="*/ 2371460 w 7135218"/>
              <a:gd name="connsiteY3" fmla="*/ 697619 h 2736950"/>
              <a:gd name="connsiteX4" fmla="*/ 3559620 w 7135218"/>
              <a:gd name="connsiteY4" fmla="*/ 0 h 2736950"/>
              <a:gd name="connsiteX5" fmla="*/ 4751259 w 7135218"/>
              <a:gd name="connsiteY5" fmla="*/ 698321 h 2736950"/>
              <a:gd name="connsiteX6" fmla="*/ 4742917 w 7135218"/>
              <a:gd name="connsiteY6" fmla="*/ 2052536 h 2736950"/>
              <a:gd name="connsiteX7" fmla="*/ 5954714 w 7135218"/>
              <a:gd name="connsiteY7" fmla="*/ 2736950 h 2736950"/>
              <a:gd name="connsiteX8" fmla="*/ 7135218 w 7135218"/>
              <a:gd name="connsiteY8" fmla="*/ 2052536 h 2736950"/>
              <a:gd name="connsiteX0" fmla="*/ 0 w 7159537"/>
              <a:gd name="connsiteY0" fmla="*/ 2062264 h 2736950"/>
              <a:gd name="connsiteX1" fmla="*/ 1207616 w 7159537"/>
              <a:gd name="connsiteY1" fmla="*/ 1361873 h 2736950"/>
              <a:gd name="connsiteX2" fmla="*/ 2400389 w 7159537"/>
              <a:gd name="connsiteY2" fmla="*/ 2055218 h 2736950"/>
              <a:gd name="connsiteX3" fmla="*/ 2395779 w 7159537"/>
              <a:gd name="connsiteY3" fmla="*/ 697619 h 2736950"/>
              <a:gd name="connsiteX4" fmla="*/ 3583939 w 7159537"/>
              <a:gd name="connsiteY4" fmla="*/ 0 h 2736950"/>
              <a:gd name="connsiteX5" fmla="*/ 4775578 w 7159537"/>
              <a:gd name="connsiteY5" fmla="*/ 698321 h 2736950"/>
              <a:gd name="connsiteX6" fmla="*/ 4767236 w 7159537"/>
              <a:gd name="connsiteY6" fmla="*/ 2052536 h 2736950"/>
              <a:gd name="connsiteX7" fmla="*/ 5979033 w 7159537"/>
              <a:gd name="connsiteY7" fmla="*/ 2736950 h 2736950"/>
              <a:gd name="connsiteX8" fmla="*/ 7159537 w 7159537"/>
              <a:gd name="connsiteY8" fmla="*/ 2052536 h 2736950"/>
              <a:gd name="connsiteX0" fmla="*/ 0 w 7149809"/>
              <a:gd name="connsiteY0" fmla="*/ 2071991 h 2736950"/>
              <a:gd name="connsiteX1" fmla="*/ 1197888 w 7149809"/>
              <a:gd name="connsiteY1" fmla="*/ 1361873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222208 w 7149809"/>
              <a:gd name="connsiteY1" fmla="*/ 1357009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217344 w 7149809"/>
              <a:gd name="connsiteY1" fmla="*/ 137646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217344 w 7149809"/>
              <a:gd name="connsiteY1" fmla="*/ 137646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212480 w 7149809"/>
              <a:gd name="connsiteY1" fmla="*/ 137646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212480 w 7149809"/>
              <a:gd name="connsiteY1" fmla="*/ 137646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5823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7093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70930 w 7149809"/>
              <a:gd name="connsiteY5" fmla="*/ 698321 h 2736950"/>
              <a:gd name="connsiteX6" fmla="*/ 4757508 w 7149809"/>
              <a:gd name="connsiteY6" fmla="*/ 204745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52768"/>
              <a:gd name="connsiteY0" fmla="*/ 2063113 h 2736950"/>
              <a:gd name="connsiteX1" fmla="*/ 1197659 w 7152768"/>
              <a:gd name="connsiteY1" fmla="*/ 1371385 h 2736950"/>
              <a:gd name="connsiteX2" fmla="*/ 2393620 w 7152768"/>
              <a:gd name="connsiteY2" fmla="*/ 2055218 h 2736950"/>
              <a:gd name="connsiteX3" fmla="*/ 2389010 w 7152768"/>
              <a:gd name="connsiteY3" fmla="*/ 697619 h 2736950"/>
              <a:gd name="connsiteX4" fmla="*/ 3577170 w 7152768"/>
              <a:gd name="connsiteY4" fmla="*/ 0 h 2736950"/>
              <a:gd name="connsiteX5" fmla="*/ 4773889 w 7152768"/>
              <a:gd name="connsiteY5" fmla="*/ 698321 h 2736950"/>
              <a:gd name="connsiteX6" fmla="*/ 4760467 w 7152768"/>
              <a:gd name="connsiteY6" fmla="*/ 2047456 h 2736950"/>
              <a:gd name="connsiteX7" fmla="*/ 5972264 w 7152768"/>
              <a:gd name="connsiteY7" fmla="*/ 2736950 h 2736950"/>
              <a:gd name="connsiteX8" fmla="*/ 7152768 w 7152768"/>
              <a:gd name="connsiteY8" fmla="*/ 2052536 h 2736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152768" h="2736950">
                <a:moveTo>
                  <a:pt x="0" y="2063113"/>
                </a:moveTo>
                <a:cubicBezTo>
                  <a:pt x="405781" y="1831271"/>
                  <a:pt x="752967" y="1616359"/>
                  <a:pt x="1197659" y="1371385"/>
                </a:cubicBezTo>
                <a:lnTo>
                  <a:pt x="2393620" y="2055218"/>
                </a:lnTo>
                <a:cubicBezTo>
                  <a:pt x="2396863" y="1599639"/>
                  <a:pt x="2385767" y="1153198"/>
                  <a:pt x="2389010" y="697619"/>
                </a:cubicBezTo>
                <a:lnTo>
                  <a:pt x="3577170" y="0"/>
                </a:lnTo>
                <a:lnTo>
                  <a:pt x="4773889" y="698321"/>
                </a:lnTo>
                <a:cubicBezTo>
                  <a:pt x="4772268" y="1155521"/>
                  <a:pt x="4762088" y="1590256"/>
                  <a:pt x="4760467" y="2047456"/>
                </a:cubicBezTo>
                <a:lnTo>
                  <a:pt x="5972264" y="2736950"/>
                </a:lnTo>
                <a:lnTo>
                  <a:pt x="7152768" y="2052536"/>
                </a:lnTo>
              </a:path>
            </a:pathLst>
          </a:custGeom>
          <a:noFill/>
          <a:ln w="38100" cap="flat" cmpd="sng" algn="ctr">
            <a:solidFill>
              <a:schemeClr val="accent6">
                <a:lumMod val="10000"/>
                <a:lumOff val="90000"/>
              </a:schemeClr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2" name="Freeform: Shape 31">
            <a:extLst>
              <a:ext uri="{FF2B5EF4-FFF2-40B4-BE49-F238E27FC236}">
                <a16:creationId xmlns:a16="http://schemas.microsoft.com/office/drawing/2014/main" id="{274DD645-8640-45D5-9B60-F31EC01D3CC0}"/>
              </a:ext>
            </a:extLst>
          </p:cNvPr>
          <p:cNvSpPr/>
          <p:nvPr userDrawn="1"/>
        </p:nvSpPr>
        <p:spPr>
          <a:xfrm>
            <a:off x="8440979" y="1677475"/>
            <a:ext cx="2373549" cy="2062264"/>
          </a:xfrm>
          <a:custGeom>
            <a:avLst/>
            <a:gdLst>
              <a:gd name="connsiteX0" fmla="*/ 2373549 w 2373549"/>
              <a:gd name="connsiteY0" fmla="*/ 680936 h 2062264"/>
              <a:gd name="connsiteX1" fmla="*/ 1186774 w 2373549"/>
              <a:gd name="connsiteY1" fmla="*/ 0 h 2062264"/>
              <a:gd name="connsiteX2" fmla="*/ 0 w 2373549"/>
              <a:gd name="connsiteY2" fmla="*/ 690664 h 2062264"/>
              <a:gd name="connsiteX3" fmla="*/ 0 w 2373549"/>
              <a:gd name="connsiteY3" fmla="*/ 2062264 h 20622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73549" h="2062264">
                <a:moveTo>
                  <a:pt x="2373549" y="680936"/>
                </a:moveTo>
                <a:lnTo>
                  <a:pt x="1186774" y="0"/>
                </a:lnTo>
                <a:lnTo>
                  <a:pt x="0" y="690664"/>
                </a:lnTo>
                <a:lnTo>
                  <a:pt x="0" y="2062264"/>
                </a:lnTo>
              </a:path>
            </a:pathLst>
          </a:custGeom>
          <a:noFill/>
          <a:ln w="38100" cap="flat" cmpd="sng" algn="ctr">
            <a:solidFill>
              <a:schemeClr val="accent6">
                <a:lumMod val="10000"/>
                <a:lumOff val="90000"/>
              </a:schemeClr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3" name="Freeform: Shape 34">
            <a:extLst>
              <a:ext uri="{FF2B5EF4-FFF2-40B4-BE49-F238E27FC236}">
                <a16:creationId xmlns:a16="http://schemas.microsoft.com/office/drawing/2014/main" id="{71C09F09-7119-47FD-8E60-E4A92C9A3119}"/>
              </a:ext>
            </a:extLst>
          </p:cNvPr>
          <p:cNvSpPr/>
          <p:nvPr userDrawn="1"/>
        </p:nvSpPr>
        <p:spPr>
          <a:xfrm flipH="1">
            <a:off x="10715501" y="2243467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4" name="Freeform: Shape 45">
            <a:extLst>
              <a:ext uri="{FF2B5EF4-FFF2-40B4-BE49-F238E27FC236}">
                <a16:creationId xmlns:a16="http://schemas.microsoft.com/office/drawing/2014/main" id="{E99BCE04-19B9-4541-925F-AC59CF760E7F}"/>
              </a:ext>
            </a:extLst>
          </p:cNvPr>
          <p:cNvSpPr/>
          <p:nvPr userDrawn="1"/>
        </p:nvSpPr>
        <p:spPr>
          <a:xfrm flipH="1">
            <a:off x="9534557" y="1571099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5" name="Freeform: Shape 46">
            <a:extLst>
              <a:ext uri="{FF2B5EF4-FFF2-40B4-BE49-F238E27FC236}">
                <a16:creationId xmlns:a16="http://schemas.microsoft.com/office/drawing/2014/main" id="{F2B610BB-26F6-44A5-B7DB-CEEDCAE916ED}"/>
              </a:ext>
            </a:extLst>
          </p:cNvPr>
          <p:cNvSpPr/>
          <p:nvPr userDrawn="1"/>
        </p:nvSpPr>
        <p:spPr>
          <a:xfrm flipH="1">
            <a:off x="8328171" y="2258376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6" name="Freeform: Shape 47">
            <a:extLst>
              <a:ext uri="{FF2B5EF4-FFF2-40B4-BE49-F238E27FC236}">
                <a16:creationId xmlns:a16="http://schemas.microsoft.com/office/drawing/2014/main" id="{C979636C-DE09-47B7-8972-BAE28DFA91DF}"/>
              </a:ext>
            </a:extLst>
          </p:cNvPr>
          <p:cNvSpPr/>
          <p:nvPr userDrawn="1"/>
        </p:nvSpPr>
        <p:spPr>
          <a:xfrm flipH="1">
            <a:off x="8333460" y="3610854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7" name="Freeform: Shape 48">
            <a:extLst>
              <a:ext uri="{FF2B5EF4-FFF2-40B4-BE49-F238E27FC236}">
                <a16:creationId xmlns:a16="http://schemas.microsoft.com/office/drawing/2014/main" id="{01B12467-C508-4D89-94B3-6D23C6199703}"/>
              </a:ext>
            </a:extLst>
          </p:cNvPr>
          <p:cNvSpPr/>
          <p:nvPr userDrawn="1"/>
        </p:nvSpPr>
        <p:spPr>
          <a:xfrm flipH="1">
            <a:off x="7146016" y="4290860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8" name="Freeform: Shape 49">
            <a:extLst>
              <a:ext uri="{FF2B5EF4-FFF2-40B4-BE49-F238E27FC236}">
                <a16:creationId xmlns:a16="http://schemas.microsoft.com/office/drawing/2014/main" id="{9EA72422-90A8-454F-8133-112CD2B85BEA}"/>
              </a:ext>
            </a:extLst>
          </p:cNvPr>
          <p:cNvSpPr/>
          <p:nvPr userDrawn="1"/>
        </p:nvSpPr>
        <p:spPr>
          <a:xfrm flipH="1">
            <a:off x="5937847" y="3613390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9" name="Freeform: Shape 50">
            <a:extLst>
              <a:ext uri="{FF2B5EF4-FFF2-40B4-BE49-F238E27FC236}">
                <a16:creationId xmlns:a16="http://schemas.microsoft.com/office/drawing/2014/main" id="{3C67727D-D0D9-4CA6-99EE-0B89D465A706}"/>
              </a:ext>
            </a:extLst>
          </p:cNvPr>
          <p:cNvSpPr/>
          <p:nvPr userDrawn="1"/>
        </p:nvSpPr>
        <p:spPr>
          <a:xfrm flipH="1">
            <a:off x="5951993" y="2251300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80" name="Freeform: Shape 51">
            <a:extLst>
              <a:ext uri="{FF2B5EF4-FFF2-40B4-BE49-F238E27FC236}">
                <a16:creationId xmlns:a16="http://schemas.microsoft.com/office/drawing/2014/main" id="{C88A67D0-B01F-4CC8-B248-2CF85911F456}"/>
              </a:ext>
            </a:extLst>
          </p:cNvPr>
          <p:cNvSpPr/>
          <p:nvPr userDrawn="1"/>
        </p:nvSpPr>
        <p:spPr>
          <a:xfrm flipH="1">
            <a:off x="4778156" y="1565771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81" name="Freeform: Shape 52">
            <a:extLst>
              <a:ext uri="{FF2B5EF4-FFF2-40B4-BE49-F238E27FC236}">
                <a16:creationId xmlns:a16="http://schemas.microsoft.com/office/drawing/2014/main" id="{DBF6CA39-E979-4287-833E-20A9B455F7D6}"/>
              </a:ext>
            </a:extLst>
          </p:cNvPr>
          <p:cNvSpPr/>
          <p:nvPr userDrawn="1"/>
        </p:nvSpPr>
        <p:spPr>
          <a:xfrm flipH="1">
            <a:off x="3565843" y="2247823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82" name="Freeform: Shape 53">
            <a:extLst>
              <a:ext uri="{FF2B5EF4-FFF2-40B4-BE49-F238E27FC236}">
                <a16:creationId xmlns:a16="http://schemas.microsoft.com/office/drawing/2014/main" id="{9EAA4E60-7510-4920-A426-5630491CFAC2}"/>
              </a:ext>
            </a:extLst>
          </p:cNvPr>
          <p:cNvSpPr/>
          <p:nvPr userDrawn="1"/>
        </p:nvSpPr>
        <p:spPr>
          <a:xfrm flipH="1">
            <a:off x="3565952" y="3613390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83" name="Freeform: Shape 54">
            <a:extLst>
              <a:ext uri="{FF2B5EF4-FFF2-40B4-BE49-F238E27FC236}">
                <a16:creationId xmlns:a16="http://schemas.microsoft.com/office/drawing/2014/main" id="{322F7ECD-1942-42EE-B5E0-FC1E0206BFFD}"/>
              </a:ext>
            </a:extLst>
          </p:cNvPr>
          <p:cNvSpPr/>
          <p:nvPr userDrawn="1"/>
        </p:nvSpPr>
        <p:spPr>
          <a:xfrm flipH="1">
            <a:off x="2386318" y="2962784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84" name="Freeform: Shape 55">
            <a:extLst>
              <a:ext uri="{FF2B5EF4-FFF2-40B4-BE49-F238E27FC236}">
                <a16:creationId xmlns:a16="http://schemas.microsoft.com/office/drawing/2014/main" id="{2465D6BD-72DA-4C13-97C2-7CF8D7F2F0C4}"/>
              </a:ext>
            </a:extLst>
          </p:cNvPr>
          <p:cNvSpPr/>
          <p:nvPr userDrawn="1"/>
        </p:nvSpPr>
        <p:spPr>
          <a:xfrm flipH="1">
            <a:off x="1190302" y="3612210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85" name="Content placeholder 47" descr="Click icon to add picture">
            <a:extLst>
              <a:ext uri="{FF2B5EF4-FFF2-40B4-BE49-F238E27FC236}">
                <a16:creationId xmlns:a16="http://schemas.microsoft.com/office/drawing/2014/main" id="{E7C6BEEA-1766-44A1-A28D-2E817DBF226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507136" y="3865003"/>
            <a:ext cx="1877575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86" name="Content placeholder 47">
            <a:extLst>
              <a:ext uri="{FF2B5EF4-FFF2-40B4-BE49-F238E27FC236}">
                <a16:creationId xmlns:a16="http://schemas.microsoft.com/office/drawing/2014/main" id="{597D4D7A-8D7E-492C-8795-D491CF53B5F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507136" y="4447079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en-US" altLang="zh-CN" sz="1400" b="0" kern="1200" dirty="0">
                <a:solidFill>
                  <a:schemeClr val="accent6"/>
                </a:solidFill>
                <a:latin typeface="+mn-lt"/>
                <a:ea typeface="+mj-ea"/>
                <a:cs typeface="+mn-cs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87" name="Content placeholder 47" descr="Click icon to add picture">
            <a:extLst>
              <a:ext uri="{FF2B5EF4-FFF2-40B4-BE49-F238E27FC236}">
                <a16:creationId xmlns:a16="http://schemas.microsoft.com/office/drawing/2014/main" id="{A7396594-2DE7-4DB9-B6B4-92F63F06EFCF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3889942" y="2355643"/>
            <a:ext cx="1877575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88" name="Content placeholder 47">
            <a:extLst>
              <a:ext uri="{FF2B5EF4-FFF2-40B4-BE49-F238E27FC236}">
                <a16:creationId xmlns:a16="http://schemas.microsoft.com/office/drawing/2014/main" id="{CC680CF7-ED60-4FFF-B04E-B24ECDDD3512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3889942" y="2937719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buNone/>
              <a:defRPr lang="en-US" altLang="zh-CN" sz="1400" b="0" kern="1200" dirty="0">
                <a:solidFill>
                  <a:schemeClr val="accent6"/>
                </a:solidFill>
                <a:latin typeface="+mn-lt"/>
                <a:ea typeface="+mj-ea"/>
                <a:cs typeface="+mn-cs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89" name="Content placeholder 47" descr="Click icon to add picture">
            <a:extLst>
              <a:ext uri="{FF2B5EF4-FFF2-40B4-BE49-F238E27FC236}">
                <a16:creationId xmlns:a16="http://schemas.microsoft.com/office/drawing/2014/main" id="{042E6E66-3835-45DF-80D9-C4AFDF3401FF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107230" y="4469081"/>
            <a:ext cx="1877575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90" name="Content placeholder 47">
            <a:extLst>
              <a:ext uri="{FF2B5EF4-FFF2-40B4-BE49-F238E27FC236}">
                <a16:creationId xmlns:a16="http://schemas.microsoft.com/office/drawing/2014/main" id="{A6E85C70-1784-4A0C-8897-EDE98D39BC01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107230" y="5051157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en-US" altLang="zh-CN" sz="1400" b="0" kern="1200" dirty="0">
                <a:solidFill>
                  <a:schemeClr val="accent6"/>
                </a:solidFill>
                <a:latin typeface="+mn-lt"/>
                <a:ea typeface="+mj-ea"/>
                <a:cs typeface="+mn-cs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91" name="Content placeholder 47" descr="Click icon to add picture">
            <a:extLst>
              <a:ext uri="{FF2B5EF4-FFF2-40B4-BE49-F238E27FC236}">
                <a16:creationId xmlns:a16="http://schemas.microsoft.com/office/drawing/2014/main" id="{4CD55BC2-05D0-49CB-B0A5-C96ACB411B57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7501941" y="4469081"/>
            <a:ext cx="1877575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92" name="Content placeholder 47">
            <a:extLst>
              <a:ext uri="{FF2B5EF4-FFF2-40B4-BE49-F238E27FC236}">
                <a16:creationId xmlns:a16="http://schemas.microsoft.com/office/drawing/2014/main" id="{49DB7120-2F2C-4F89-AA8C-ABC4F3FF25F3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501941" y="5051157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en-US" altLang="zh-CN" sz="1400" b="0" kern="1200" dirty="0">
                <a:solidFill>
                  <a:schemeClr val="accent6"/>
                </a:solidFill>
                <a:latin typeface="+mn-lt"/>
                <a:ea typeface="+mj-ea"/>
                <a:cs typeface="+mn-cs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93" name="Content placeholder 47" descr="Click icon to add picture">
            <a:extLst>
              <a:ext uri="{FF2B5EF4-FFF2-40B4-BE49-F238E27FC236}">
                <a16:creationId xmlns:a16="http://schemas.microsoft.com/office/drawing/2014/main" id="{AEB1F7BA-7D83-4C23-A72B-82DF9377E9C3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734718" y="2355643"/>
            <a:ext cx="1877575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94" name="Content placeholder 47">
            <a:extLst>
              <a:ext uri="{FF2B5EF4-FFF2-40B4-BE49-F238E27FC236}">
                <a16:creationId xmlns:a16="http://schemas.microsoft.com/office/drawing/2014/main" id="{7C32F3EB-1AC3-40E9-B66D-ADB19CC74F0F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8734718" y="2937719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en-US" altLang="zh-CN" sz="1400" b="0" kern="1200" dirty="0">
                <a:solidFill>
                  <a:schemeClr val="accent6"/>
                </a:solidFill>
                <a:latin typeface="+mn-lt"/>
                <a:ea typeface="+mj-ea"/>
                <a:cs typeface="+mn-cs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7E7569-B8BF-39D0-D742-EF98B83E4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8914" y="726705"/>
            <a:ext cx="10515600" cy="1205058"/>
          </a:xfrm>
        </p:spPr>
        <p:txBody>
          <a:bodyPr anchor="t">
            <a:noAutofit/>
          </a:bodyPr>
          <a:lstStyle>
            <a:lvl1pPr algn="l"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C159C7-D006-5B5F-1FEA-689C432B8C8C}"/>
              </a:ext>
            </a:extLst>
          </p:cNvPr>
          <p:cNvSpPr>
            <a:spLocks noGrp="1"/>
          </p:cNvSpPr>
          <p:nvPr>
            <p:ph type="ftr" sz="quarter" idx="46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0EBABD-E264-2C96-1139-289A712F35B7}"/>
              </a:ext>
            </a:extLst>
          </p:cNvPr>
          <p:cNvSpPr>
            <a:spLocks noGrp="1"/>
          </p:cNvSpPr>
          <p:nvPr>
            <p:ph type="sldNum" sz="quarter" idx="47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5908809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19">
            <a:extLst>
              <a:ext uri="{FF2B5EF4-FFF2-40B4-BE49-F238E27FC236}">
                <a16:creationId xmlns:a16="http://schemas.microsoft.com/office/drawing/2014/main" id="{F38B75F8-75D4-4B41-B7C7-433032DD0A6F}"/>
              </a:ext>
            </a:extLst>
          </p:cNvPr>
          <p:cNvSpPr/>
          <p:nvPr userDrawn="1"/>
        </p:nvSpPr>
        <p:spPr>
          <a:xfrm flipH="1">
            <a:off x="769290" y="491100"/>
            <a:ext cx="1886361" cy="221318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8" name="Freeform: Shape 24">
            <a:extLst>
              <a:ext uri="{FF2B5EF4-FFF2-40B4-BE49-F238E27FC236}">
                <a16:creationId xmlns:a16="http://schemas.microsoft.com/office/drawing/2014/main" id="{671D1224-EDDC-4900-92DC-13608D44C524}"/>
              </a:ext>
            </a:extLst>
          </p:cNvPr>
          <p:cNvSpPr/>
          <p:nvPr userDrawn="1"/>
        </p:nvSpPr>
        <p:spPr>
          <a:xfrm flipH="1">
            <a:off x="783145" y="4057904"/>
            <a:ext cx="1886359" cy="221318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635A9E44-4E60-1AD1-0B85-72422683B48A}"/>
              </a:ext>
            </a:extLst>
          </p:cNvPr>
          <p:cNvSpPr/>
          <p:nvPr userDrawn="1"/>
        </p:nvSpPr>
        <p:spPr>
          <a:xfrm flipH="1">
            <a:off x="0" y="3709992"/>
            <a:ext cx="1157948" cy="1502830"/>
          </a:xfrm>
          <a:custGeom>
            <a:avLst/>
            <a:gdLst>
              <a:gd name="connsiteX0" fmla="*/ 638572 w 1157948"/>
              <a:gd name="connsiteY0" fmla="*/ 0 h 1502830"/>
              <a:gd name="connsiteX1" fmla="*/ 0 w 1157948"/>
              <a:gd name="connsiteY1" fmla="*/ 378385 h 1502830"/>
              <a:gd name="connsiteX2" fmla="*/ 0 w 1157948"/>
              <a:gd name="connsiteY2" fmla="*/ 1129800 h 1502830"/>
              <a:gd name="connsiteX3" fmla="*/ 640317 w 1157948"/>
              <a:gd name="connsiteY3" fmla="*/ 1502830 h 1502830"/>
              <a:gd name="connsiteX4" fmla="*/ 1157948 w 1157948"/>
              <a:gd name="connsiteY4" fmla="*/ 1200968 h 1502830"/>
              <a:gd name="connsiteX5" fmla="*/ 1157948 w 1157948"/>
              <a:gd name="connsiteY5" fmla="*/ 304639 h 15028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57948" h="1502830">
                <a:moveTo>
                  <a:pt x="638572" y="0"/>
                </a:moveTo>
                <a:lnTo>
                  <a:pt x="0" y="378385"/>
                </a:lnTo>
                <a:lnTo>
                  <a:pt x="0" y="1129800"/>
                </a:lnTo>
                <a:lnTo>
                  <a:pt x="640317" y="1502830"/>
                </a:lnTo>
                <a:lnTo>
                  <a:pt x="1157948" y="1200968"/>
                </a:lnTo>
                <a:lnTo>
                  <a:pt x="1157948" y="304639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21" name="Subtitle 47" descr="Click icon to add picture">
            <a:extLst>
              <a:ext uri="{FF2B5EF4-FFF2-40B4-BE49-F238E27FC236}">
                <a16:creationId xmlns:a16="http://schemas.microsoft.com/office/drawing/2014/main" id="{0C7786BA-5E56-47AA-AE47-4EC07A0D4FA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50705" y="3625598"/>
            <a:ext cx="2653545" cy="587964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3" name="Content placeholder 47">
            <a:extLst>
              <a:ext uri="{FF2B5EF4-FFF2-40B4-BE49-F238E27FC236}">
                <a16:creationId xmlns:a16="http://schemas.microsoft.com/office/drawing/2014/main" id="{880214CF-87DD-476A-9B2E-A58DB313A61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50705" y="4246516"/>
            <a:ext cx="2653545" cy="172710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37" name="Picture placeholder">
            <a:extLst>
              <a:ext uri="{FF2B5EF4-FFF2-40B4-BE49-F238E27FC236}">
                <a16:creationId xmlns:a16="http://schemas.microsoft.com/office/drawing/2014/main" id="{264CF63C-079E-41AA-AA9A-762A765E699F}"/>
              </a:ext>
            </a:extLst>
          </p:cNvPr>
          <p:cNvSpPr>
            <a:spLocks noGrp="1"/>
          </p:cNvSpPr>
          <p:nvPr>
            <p:ph type="pic" sz="quarter" idx="51"/>
          </p:nvPr>
        </p:nvSpPr>
        <p:spPr>
          <a:xfrm>
            <a:off x="1788170" y="2296125"/>
            <a:ext cx="1886360" cy="2144668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D041C638-CBB8-1159-9AF8-B5D14CC7BE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0704" y="1690878"/>
            <a:ext cx="6599429" cy="1325563"/>
          </a:xfrm>
        </p:spPr>
        <p:txBody>
          <a:bodyPr anchor="b"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Subtitle 47" descr="Click icon to add picture">
            <a:extLst>
              <a:ext uri="{FF2B5EF4-FFF2-40B4-BE49-F238E27FC236}">
                <a16:creationId xmlns:a16="http://schemas.microsoft.com/office/drawing/2014/main" id="{3C2C4001-E56F-4174-01AA-4630360BFF48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7811506" y="3625598"/>
            <a:ext cx="2653545" cy="587964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0" name="Content placeholder 47">
            <a:extLst>
              <a:ext uri="{FF2B5EF4-FFF2-40B4-BE49-F238E27FC236}">
                <a16:creationId xmlns:a16="http://schemas.microsoft.com/office/drawing/2014/main" id="{02DFC856-C546-62E9-220F-7A668D349056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7811506" y="4246516"/>
            <a:ext cx="2653545" cy="172710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07335A-F59E-2A6C-D2D6-F10391DA8D69}"/>
              </a:ext>
            </a:extLst>
          </p:cNvPr>
          <p:cNvSpPr>
            <a:spLocks noGrp="1"/>
          </p:cNvSpPr>
          <p:nvPr>
            <p:ph type="sldNum" sz="quarter" idx="55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61364637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 14">
            <a:extLst>
              <a:ext uri="{FF2B5EF4-FFF2-40B4-BE49-F238E27FC236}">
                <a16:creationId xmlns:a16="http://schemas.microsoft.com/office/drawing/2014/main" id="{F946AB17-3782-8412-C51A-DE10A0637453}"/>
              </a:ext>
            </a:extLst>
          </p:cNvPr>
          <p:cNvSpPr/>
          <p:nvPr userDrawn="1"/>
        </p:nvSpPr>
        <p:spPr>
          <a:xfrm>
            <a:off x="0" y="2860787"/>
            <a:ext cx="2361029" cy="3676532"/>
          </a:xfrm>
          <a:custGeom>
            <a:avLst/>
            <a:gdLst>
              <a:gd name="connsiteX0" fmla="*/ 773997 w 2361029"/>
              <a:gd name="connsiteY0" fmla="*/ 0 h 3676532"/>
              <a:gd name="connsiteX1" fmla="*/ 2361029 w 2361029"/>
              <a:gd name="connsiteY1" fmla="*/ 925683 h 3676532"/>
              <a:gd name="connsiteX2" fmla="*/ 2361029 w 2361029"/>
              <a:gd name="connsiteY2" fmla="*/ 2763949 h 3676532"/>
              <a:gd name="connsiteX3" fmla="*/ 769661 w 2361029"/>
              <a:gd name="connsiteY3" fmla="*/ 3676532 h 3676532"/>
              <a:gd name="connsiteX4" fmla="*/ 0 w 2361029"/>
              <a:gd name="connsiteY4" fmla="*/ 3234717 h 3676532"/>
              <a:gd name="connsiteX5" fmla="*/ 0 w 2361029"/>
              <a:gd name="connsiteY5" fmla="*/ 446885 h 36765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361029" h="3676532">
                <a:moveTo>
                  <a:pt x="773997" y="0"/>
                </a:moveTo>
                <a:lnTo>
                  <a:pt x="2361029" y="925683"/>
                </a:lnTo>
                <a:lnTo>
                  <a:pt x="2361029" y="2763949"/>
                </a:lnTo>
                <a:lnTo>
                  <a:pt x="769661" y="3676532"/>
                </a:lnTo>
                <a:lnTo>
                  <a:pt x="0" y="3234717"/>
                </a:lnTo>
                <a:lnTo>
                  <a:pt x="0" y="446885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2BA5A58B-9440-7DAB-E7D7-3143B049FBAC}"/>
              </a:ext>
            </a:extLst>
          </p:cNvPr>
          <p:cNvSpPr/>
          <p:nvPr userDrawn="1"/>
        </p:nvSpPr>
        <p:spPr>
          <a:xfrm flipH="1">
            <a:off x="1014233" y="5253270"/>
            <a:ext cx="1710765" cy="1593273"/>
          </a:xfrm>
          <a:custGeom>
            <a:avLst/>
            <a:gdLst>
              <a:gd name="connsiteX0" fmla="*/ 852873 w 1710765"/>
              <a:gd name="connsiteY0" fmla="*/ 0 h 1593273"/>
              <a:gd name="connsiteX1" fmla="*/ 0 w 1710765"/>
              <a:gd name="connsiteY1" fmla="*/ 494134 h 1593273"/>
              <a:gd name="connsiteX2" fmla="*/ 0 w 1710765"/>
              <a:gd name="connsiteY2" fmla="*/ 1475410 h 1593273"/>
              <a:gd name="connsiteX3" fmla="*/ 206916 w 1710765"/>
              <a:gd name="connsiteY3" fmla="*/ 1593273 h 1593273"/>
              <a:gd name="connsiteX4" fmla="*/ 1502835 w 1710765"/>
              <a:gd name="connsiteY4" fmla="*/ 1593273 h 1593273"/>
              <a:gd name="connsiteX5" fmla="*/ 1709418 w 1710765"/>
              <a:gd name="connsiteY5" fmla="*/ 1475480 h 1593273"/>
              <a:gd name="connsiteX6" fmla="*/ 1710407 w 1710765"/>
              <a:gd name="connsiteY6" fmla="*/ 491803 h 15932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710765" h="1593273">
                <a:moveTo>
                  <a:pt x="852873" y="0"/>
                </a:moveTo>
                <a:lnTo>
                  <a:pt x="0" y="494134"/>
                </a:lnTo>
                <a:lnTo>
                  <a:pt x="0" y="1475410"/>
                </a:lnTo>
                <a:lnTo>
                  <a:pt x="206916" y="1593273"/>
                </a:lnTo>
                <a:lnTo>
                  <a:pt x="1502835" y="1593273"/>
                </a:lnTo>
                <a:lnTo>
                  <a:pt x="1709418" y="1475480"/>
                </a:lnTo>
                <a:cubicBezTo>
                  <a:pt x="1707864" y="1146834"/>
                  <a:pt x="1711961" y="820449"/>
                  <a:pt x="1710407" y="491803"/>
                </a:cubicBezTo>
                <a:close/>
              </a:path>
            </a:pathLst>
          </a:cu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22" name="Content Placeholder 47" descr="Click icon to add picture">
            <a:extLst>
              <a:ext uri="{FF2B5EF4-FFF2-40B4-BE49-F238E27FC236}">
                <a16:creationId xmlns:a16="http://schemas.microsoft.com/office/drawing/2014/main" id="{95ADF367-2619-4E00-AB82-8FFF41D0E5C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271609" y="1025236"/>
            <a:ext cx="5162709" cy="420683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3" name="Content Placeholder 47">
            <a:extLst>
              <a:ext uri="{FF2B5EF4-FFF2-40B4-BE49-F238E27FC236}">
                <a16:creationId xmlns:a16="http://schemas.microsoft.com/office/drawing/2014/main" id="{8CEB04CE-793E-47B4-8D80-9B82864F2CD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271608" y="1469069"/>
            <a:ext cx="5162709" cy="1506166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24" name="Content Placeholder 47" descr="Click icon to add picture">
            <a:extLst>
              <a:ext uri="{FF2B5EF4-FFF2-40B4-BE49-F238E27FC236}">
                <a16:creationId xmlns:a16="http://schemas.microsoft.com/office/drawing/2014/main" id="{067BF8FD-2643-4122-BE3E-63F413244EC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1609" y="2984685"/>
            <a:ext cx="5162709" cy="420683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6" name="Content Placeholder 47" descr="Click icon to add picture">
            <a:extLst>
              <a:ext uri="{FF2B5EF4-FFF2-40B4-BE49-F238E27FC236}">
                <a16:creationId xmlns:a16="http://schemas.microsoft.com/office/drawing/2014/main" id="{02260D10-FEA1-48A7-B544-FAEEAECF5DE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271607" y="4597473"/>
            <a:ext cx="5162709" cy="421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0" name="Content Placeholder 47">
            <a:extLst>
              <a:ext uri="{FF2B5EF4-FFF2-40B4-BE49-F238E27FC236}">
                <a16:creationId xmlns:a16="http://schemas.microsoft.com/office/drawing/2014/main" id="{64584B30-8BCF-4D75-8A6C-FD82347CC7B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271608" y="3419684"/>
            <a:ext cx="5162709" cy="1177789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28" name="Content Placeholder 47">
            <a:extLst>
              <a:ext uri="{FF2B5EF4-FFF2-40B4-BE49-F238E27FC236}">
                <a16:creationId xmlns:a16="http://schemas.microsoft.com/office/drawing/2014/main" id="{A4A25056-27FA-4039-ACFA-6624F778712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271608" y="5041922"/>
            <a:ext cx="5162709" cy="1635938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27" name="Freeform: Shape 24">
            <a:extLst>
              <a:ext uri="{FF2B5EF4-FFF2-40B4-BE49-F238E27FC236}">
                <a16:creationId xmlns:a16="http://schemas.microsoft.com/office/drawing/2014/main" id="{A23F9759-CF52-CE45-5E22-9678534685A7}"/>
              </a:ext>
            </a:extLst>
          </p:cNvPr>
          <p:cNvSpPr/>
          <p:nvPr userDrawn="1"/>
        </p:nvSpPr>
        <p:spPr>
          <a:xfrm flipH="1">
            <a:off x="2631891" y="4699053"/>
            <a:ext cx="668814" cy="784693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D84FCC1-368D-680C-31AA-597C3AAF42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665" y="707105"/>
            <a:ext cx="3994173" cy="2277580"/>
          </a:xfrm>
        </p:spPr>
        <p:txBody>
          <a:bodyPr anchor="t"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Picture Placeholder 2">
            <a:extLst>
              <a:ext uri="{FF2B5EF4-FFF2-40B4-BE49-F238E27FC236}">
                <a16:creationId xmlns:a16="http://schemas.microsoft.com/office/drawing/2014/main" id="{E53E8C9F-CD73-30CD-1F24-20F2E6149D58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4734172" y="1141669"/>
            <a:ext cx="507778" cy="565882"/>
          </a:xfrm>
        </p:spPr>
        <p:txBody>
          <a:bodyPr lIns="0" rIns="0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accent6"/>
                </a:solidFill>
                <a:latin typeface="Abadi" panose="020B0604020104020204" pitchFamily="34" charset="0"/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19" name="Picture Placeholder 2">
            <a:extLst>
              <a:ext uri="{FF2B5EF4-FFF2-40B4-BE49-F238E27FC236}">
                <a16:creationId xmlns:a16="http://schemas.microsoft.com/office/drawing/2014/main" id="{CE61E189-349E-0076-EA43-7BCB6E24CE86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4724705" y="3105650"/>
            <a:ext cx="536270" cy="565882"/>
          </a:xfrm>
        </p:spPr>
        <p:txBody>
          <a:bodyPr lIns="0" rIns="0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accent6"/>
                </a:solidFill>
                <a:latin typeface="Abadi" panose="020B0604020104020204" pitchFamily="34" charset="0"/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21" name="Picture Placeholder 2">
            <a:extLst>
              <a:ext uri="{FF2B5EF4-FFF2-40B4-BE49-F238E27FC236}">
                <a16:creationId xmlns:a16="http://schemas.microsoft.com/office/drawing/2014/main" id="{68B04572-5D47-C3DF-CDEA-15EC646EA8FE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4714069" y="4716041"/>
            <a:ext cx="536270" cy="565882"/>
          </a:xfrm>
        </p:spPr>
        <p:txBody>
          <a:bodyPr lIns="0" rIns="0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accent6"/>
                </a:solidFill>
                <a:latin typeface="Abadi" panose="020B0604020104020204" pitchFamily="34" charset="0"/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46A453-65E1-B688-A3F9-EA0AA347DDEA}"/>
              </a:ext>
            </a:extLst>
          </p:cNvPr>
          <p:cNvSpPr>
            <a:spLocks noGrp="1"/>
          </p:cNvSpPr>
          <p:nvPr>
            <p:ph type="sldNum" sz="quarter" idx="4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66211375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47">
            <a:extLst>
              <a:ext uri="{FF2B5EF4-FFF2-40B4-BE49-F238E27FC236}">
                <a16:creationId xmlns:a16="http://schemas.microsoft.com/office/drawing/2014/main" id="{3EDD8D3E-653B-4A9E-9868-3B013A65FE9F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7493157" y="529148"/>
            <a:ext cx="4248873" cy="473113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ln w="19050"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18" name="Content Placeholder 47">
            <a:extLst>
              <a:ext uri="{FF2B5EF4-FFF2-40B4-BE49-F238E27FC236}">
                <a16:creationId xmlns:a16="http://schemas.microsoft.com/office/drawing/2014/main" id="{DD4E6A9F-7400-917B-6A6B-6BAB445E85F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17427" y="3253120"/>
            <a:ext cx="4959822" cy="200715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5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19" name="Freeform: Shape 25">
            <a:extLst>
              <a:ext uri="{FF2B5EF4-FFF2-40B4-BE49-F238E27FC236}">
                <a16:creationId xmlns:a16="http://schemas.microsoft.com/office/drawing/2014/main" id="{D7BBD3E8-D5DD-C21F-3792-4880373CCDCC}"/>
              </a:ext>
            </a:extLst>
          </p:cNvPr>
          <p:cNvSpPr/>
          <p:nvPr userDrawn="1"/>
        </p:nvSpPr>
        <p:spPr>
          <a:xfrm flipH="1">
            <a:off x="7400972" y="4508725"/>
            <a:ext cx="1347680" cy="158117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20" name="Freeform: Shape 11">
            <a:extLst>
              <a:ext uri="{FF2B5EF4-FFF2-40B4-BE49-F238E27FC236}">
                <a16:creationId xmlns:a16="http://schemas.microsoft.com/office/drawing/2014/main" id="{FC461D80-0CAC-62E5-726A-63B48BEF3F25}"/>
              </a:ext>
            </a:extLst>
          </p:cNvPr>
          <p:cNvSpPr/>
          <p:nvPr userDrawn="1"/>
        </p:nvSpPr>
        <p:spPr>
          <a:xfrm>
            <a:off x="6521016" y="4772906"/>
            <a:ext cx="663381" cy="75892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4944167-AFE9-AE61-AF44-B9AEE24D17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427" y="2497488"/>
            <a:ext cx="9823998" cy="1325563"/>
          </a:xfrm>
        </p:spPr>
        <p:txBody>
          <a:bodyPr anchor="t"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7268D53-92DA-7335-4DAB-83485CAF3FE9}"/>
              </a:ext>
            </a:extLst>
          </p:cNvPr>
          <p:cNvSpPr>
            <a:spLocks noGrp="1"/>
          </p:cNvSpPr>
          <p:nvPr>
            <p:ph type="ftr" sz="quarter" idx="49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9FCB16-3643-AB04-D20E-A14FFE07F67C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21327664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Freeform 46">
            <a:extLst>
              <a:ext uri="{FF2B5EF4-FFF2-40B4-BE49-F238E27FC236}">
                <a16:creationId xmlns:a16="http://schemas.microsoft.com/office/drawing/2014/main" id="{39B50CEE-D9F9-B5CD-C274-BEAA5EAB37E3}"/>
              </a:ext>
            </a:extLst>
          </p:cNvPr>
          <p:cNvSpPr/>
          <p:nvPr userDrawn="1"/>
        </p:nvSpPr>
        <p:spPr>
          <a:xfrm>
            <a:off x="410352" y="12435"/>
            <a:ext cx="1455521" cy="1019127"/>
          </a:xfrm>
          <a:custGeom>
            <a:avLst/>
            <a:gdLst>
              <a:gd name="connsiteX0" fmla="*/ 219223 w 1455521"/>
              <a:gd name="connsiteY0" fmla="*/ 0 h 1019127"/>
              <a:gd name="connsiteX1" fmla="*/ 1236298 w 1455521"/>
              <a:gd name="connsiteY1" fmla="*/ 0 h 1019127"/>
              <a:gd name="connsiteX2" fmla="*/ 1455521 w 1455521"/>
              <a:gd name="connsiteY2" fmla="*/ 385779 h 1019127"/>
              <a:gd name="connsiteX3" fmla="*/ 1095615 w 1455521"/>
              <a:gd name="connsiteY3" fmla="*/ 1019127 h 1019127"/>
              <a:gd name="connsiteX4" fmla="*/ 359906 w 1455521"/>
              <a:gd name="connsiteY4" fmla="*/ 1019127 h 1019127"/>
              <a:gd name="connsiteX5" fmla="*/ 0 w 1455521"/>
              <a:gd name="connsiteY5" fmla="*/ 385779 h 10191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55521" h="1019127">
                <a:moveTo>
                  <a:pt x="219223" y="0"/>
                </a:moveTo>
                <a:lnTo>
                  <a:pt x="1236298" y="0"/>
                </a:lnTo>
                <a:lnTo>
                  <a:pt x="1455521" y="385779"/>
                </a:lnTo>
                <a:lnTo>
                  <a:pt x="1095615" y="1019127"/>
                </a:lnTo>
                <a:lnTo>
                  <a:pt x="359906" y="1019127"/>
                </a:lnTo>
                <a:lnTo>
                  <a:pt x="0" y="385779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9" name="Hexagon 15">
            <a:extLst>
              <a:ext uri="{FF2B5EF4-FFF2-40B4-BE49-F238E27FC236}">
                <a16:creationId xmlns:a16="http://schemas.microsoft.com/office/drawing/2014/main" id="{93831F6E-A0DA-46E5-AF13-ED5D9ABF108D}"/>
              </a:ext>
            </a:extLst>
          </p:cNvPr>
          <p:cNvSpPr/>
          <p:nvPr userDrawn="1"/>
        </p:nvSpPr>
        <p:spPr>
          <a:xfrm>
            <a:off x="1579486" y="450004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0" name="Hexagon 17">
            <a:extLst>
              <a:ext uri="{FF2B5EF4-FFF2-40B4-BE49-F238E27FC236}">
                <a16:creationId xmlns:a16="http://schemas.microsoft.com/office/drawing/2014/main" id="{18B06ECC-5FA7-4ACA-86BF-694240D0C05B}"/>
              </a:ext>
            </a:extLst>
          </p:cNvPr>
          <p:cNvSpPr/>
          <p:nvPr userDrawn="1"/>
        </p:nvSpPr>
        <p:spPr>
          <a:xfrm>
            <a:off x="412218" y="1136470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1" name="Hexagon 19">
            <a:extLst>
              <a:ext uri="{FF2B5EF4-FFF2-40B4-BE49-F238E27FC236}">
                <a16:creationId xmlns:a16="http://schemas.microsoft.com/office/drawing/2014/main" id="{089AA305-8FFC-46A5-B806-D5D78320D0CD}"/>
              </a:ext>
            </a:extLst>
          </p:cNvPr>
          <p:cNvSpPr/>
          <p:nvPr userDrawn="1"/>
        </p:nvSpPr>
        <p:spPr>
          <a:xfrm>
            <a:off x="1580070" y="1812437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2" name="Hexagon 21">
            <a:extLst>
              <a:ext uri="{FF2B5EF4-FFF2-40B4-BE49-F238E27FC236}">
                <a16:creationId xmlns:a16="http://schemas.microsoft.com/office/drawing/2014/main" id="{DB2D65ED-32BC-44B2-92F3-E16717051CA1}"/>
              </a:ext>
            </a:extLst>
          </p:cNvPr>
          <p:cNvSpPr/>
          <p:nvPr userDrawn="1"/>
        </p:nvSpPr>
        <p:spPr>
          <a:xfrm>
            <a:off x="3953772" y="4582171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44" name="Freeform 43">
            <a:extLst>
              <a:ext uri="{FF2B5EF4-FFF2-40B4-BE49-F238E27FC236}">
                <a16:creationId xmlns:a16="http://schemas.microsoft.com/office/drawing/2014/main" id="{6100186E-95B0-AB29-6F1D-DBFBAA566DB2}"/>
              </a:ext>
            </a:extLst>
          </p:cNvPr>
          <p:cNvSpPr/>
          <p:nvPr userDrawn="1"/>
        </p:nvSpPr>
        <p:spPr>
          <a:xfrm>
            <a:off x="3955762" y="5952136"/>
            <a:ext cx="1455521" cy="932559"/>
          </a:xfrm>
          <a:custGeom>
            <a:avLst/>
            <a:gdLst>
              <a:gd name="connsiteX0" fmla="*/ 359906 w 1455521"/>
              <a:gd name="connsiteY0" fmla="*/ 0 h 932559"/>
              <a:gd name="connsiteX1" fmla="*/ 1095615 w 1455521"/>
              <a:gd name="connsiteY1" fmla="*/ 0 h 932559"/>
              <a:gd name="connsiteX2" fmla="*/ 1455521 w 1455521"/>
              <a:gd name="connsiteY2" fmla="*/ 633348 h 932559"/>
              <a:gd name="connsiteX3" fmla="*/ 1285492 w 1455521"/>
              <a:gd name="connsiteY3" fmla="*/ 932559 h 932559"/>
              <a:gd name="connsiteX4" fmla="*/ 170030 w 1455521"/>
              <a:gd name="connsiteY4" fmla="*/ 932559 h 932559"/>
              <a:gd name="connsiteX5" fmla="*/ 0 w 1455521"/>
              <a:gd name="connsiteY5" fmla="*/ 633348 h 9325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55521" h="932559">
                <a:moveTo>
                  <a:pt x="359906" y="0"/>
                </a:moveTo>
                <a:lnTo>
                  <a:pt x="1095615" y="0"/>
                </a:lnTo>
                <a:lnTo>
                  <a:pt x="1455521" y="633348"/>
                </a:lnTo>
                <a:lnTo>
                  <a:pt x="1285492" y="932559"/>
                </a:lnTo>
                <a:lnTo>
                  <a:pt x="170030" y="932559"/>
                </a:lnTo>
                <a:lnTo>
                  <a:pt x="0" y="633348"/>
                </a:lnTo>
                <a:close/>
              </a:path>
            </a:pathLst>
          </a:cu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4" name="Hexagon 27">
            <a:extLst>
              <a:ext uri="{FF2B5EF4-FFF2-40B4-BE49-F238E27FC236}">
                <a16:creationId xmlns:a16="http://schemas.microsoft.com/office/drawing/2014/main" id="{5275D449-7441-440B-8584-96D25256F24D}"/>
              </a:ext>
            </a:extLst>
          </p:cNvPr>
          <p:cNvSpPr/>
          <p:nvPr userDrawn="1"/>
        </p:nvSpPr>
        <p:spPr>
          <a:xfrm>
            <a:off x="2783996" y="5245443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5" name="Hexagon 28">
            <a:extLst>
              <a:ext uri="{FF2B5EF4-FFF2-40B4-BE49-F238E27FC236}">
                <a16:creationId xmlns:a16="http://schemas.microsoft.com/office/drawing/2014/main" id="{94CFCD79-F5CD-4175-96DE-1AC2E1999DB6}"/>
              </a:ext>
            </a:extLst>
          </p:cNvPr>
          <p:cNvSpPr/>
          <p:nvPr userDrawn="1"/>
        </p:nvSpPr>
        <p:spPr>
          <a:xfrm>
            <a:off x="2767144" y="3880620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43" name="Freeform 42">
            <a:extLst>
              <a:ext uri="{FF2B5EF4-FFF2-40B4-BE49-F238E27FC236}">
                <a16:creationId xmlns:a16="http://schemas.microsoft.com/office/drawing/2014/main" id="{C8667104-E096-23C3-4C2C-5277C2AF5C57}"/>
              </a:ext>
            </a:extLst>
          </p:cNvPr>
          <p:cNvSpPr/>
          <p:nvPr userDrawn="1"/>
        </p:nvSpPr>
        <p:spPr>
          <a:xfrm>
            <a:off x="3702" y="448131"/>
            <a:ext cx="678871" cy="1266696"/>
          </a:xfrm>
          <a:custGeom>
            <a:avLst/>
            <a:gdLst>
              <a:gd name="connsiteX0" fmla="*/ 0 w 678871"/>
              <a:gd name="connsiteY0" fmla="*/ 0 h 1266696"/>
              <a:gd name="connsiteX1" fmla="*/ 318965 w 678871"/>
              <a:gd name="connsiteY1" fmla="*/ 0 h 1266696"/>
              <a:gd name="connsiteX2" fmla="*/ 678871 w 678871"/>
              <a:gd name="connsiteY2" fmla="*/ 633348 h 1266696"/>
              <a:gd name="connsiteX3" fmla="*/ 318965 w 678871"/>
              <a:gd name="connsiteY3" fmla="*/ 1266696 h 1266696"/>
              <a:gd name="connsiteX4" fmla="*/ 0 w 678871"/>
              <a:gd name="connsiteY4" fmla="*/ 1266696 h 1266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78871" h="1266696">
                <a:moveTo>
                  <a:pt x="0" y="0"/>
                </a:moveTo>
                <a:lnTo>
                  <a:pt x="318965" y="0"/>
                </a:lnTo>
                <a:lnTo>
                  <a:pt x="678871" y="633348"/>
                </a:lnTo>
                <a:lnTo>
                  <a:pt x="318965" y="1266696"/>
                </a:lnTo>
                <a:lnTo>
                  <a:pt x="0" y="1266696"/>
                </a:lnTo>
                <a:close/>
              </a:path>
            </a:pathLst>
          </a:cu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8" name="Hexagon 31">
            <a:extLst>
              <a:ext uri="{FF2B5EF4-FFF2-40B4-BE49-F238E27FC236}">
                <a16:creationId xmlns:a16="http://schemas.microsoft.com/office/drawing/2014/main" id="{61BB4AB0-7C5C-4697-A25B-0AFD8754AB52}"/>
              </a:ext>
            </a:extLst>
          </p:cNvPr>
          <p:cNvSpPr/>
          <p:nvPr userDrawn="1"/>
        </p:nvSpPr>
        <p:spPr>
          <a:xfrm>
            <a:off x="1580353" y="3182793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noFill/>
          <a:ln w="1905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46" name="Freeform 45">
            <a:extLst>
              <a:ext uri="{FF2B5EF4-FFF2-40B4-BE49-F238E27FC236}">
                <a16:creationId xmlns:a16="http://schemas.microsoft.com/office/drawing/2014/main" id="{2363FF00-E570-D743-258E-E9FEF4F02A08}"/>
              </a:ext>
            </a:extLst>
          </p:cNvPr>
          <p:cNvSpPr/>
          <p:nvPr userDrawn="1"/>
        </p:nvSpPr>
        <p:spPr>
          <a:xfrm>
            <a:off x="6334981" y="5962237"/>
            <a:ext cx="1455521" cy="901561"/>
          </a:xfrm>
          <a:custGeom>
            <a:avLst/>
            <a:gdLst>
              <a:gd name="connsiteX0" fmla="*/ 359906 w 1455521"/>
              <a:gd name="connsiteY0" fmla="*/ 0 h 901561"/>
              <a:gd name="connsiteX1" fmla="*/ 1095615 w 1455521"/>
              <a:gd name="connsiteY1" fmla="*/ 0 h 901561"/>
              <a:gd name="connsiteX2" fmla="*/ 1455521 w 1455521"/>
              <a:gd name="connsiteY2" fmla="*/ 633348 h 901561"/>
              <a:gd name="connsiteX3" fmla="*/ 1303107 w 1455521"/>
              <a:gd name="connsiteY3" fmla="*/ 901561 h 901561"/>
              <a:gd name="connsiteX4" fmla="*/ 152415 w 1455521"/>
              <a:gd name="connsiteY4" fmla="*/ 901561 h 901561"/>
              <a:gd name="connsiteX5" fmla="*/ 0 w 1455521"/>
              <a:gd name="connsiteY5" fmla="*/ 633348 h 901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55521" h="901561">
                <a:moveTo>
                  <a:pt x="359906" y="0"/>
                </a:moveTo>
                <a:lnTo>
                  <a:pt x="1095615" y="0"/>
                </a:lnTo>
                <a:lnTo>
                  <a:pt x="1455521" y="633348"/>
                </a:lnTo>
                <a:lnTo>
                  <a:pt x="1303107" y="901561"/>
                </a:lnTo>
                <a:lnTo>
                  <a:pt x="152415" y="901561"/>
                </a:lnTo>
                <a:lnTo>
                  <a:pt x="0" y="633348"/>
                </a:lnTo>
                <a:close/>
              </a:path>
            </a:pathLst>
          </a:cu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28" name="Content Placeholder 47">
            <a:extLst>
              <a:ext uri="{FF2B5EF4-FFF2-40B4-BE49-F238E27FC236}">
                <a16:creationId xmlns:a16="http://schemas.microsoft.com/office/drawing/2014/main" id="{073CD90F-1E45-47EC-B558-D5F638F5FE6F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2754948" y="2502098"/>
            <a:ext cx="1465840" cy="1289394"/>
          </a:xfrm>
          <a:prstGeom prst="hexagon">
            <a:avLst>
              <a:gd name="adj" fmla="val 28349"/>
              <a:gd name="vf" fmla="val 115470"/>
            </a:avLst>
          </a:prstGeom>
          <a:ln w="12700">
            <a:noFill/>
          </a:ln>
        </p:spPr>
        <p:txBody>
          <a:bodyPr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en-US" altLang="zh-CN" dirty="0"/>
          </a:p>
        </p:txBody>
      </p:sp>
      <p:sp>
        <p:nvSpPr>
          <p:cNvPr id="29" name="Content Placeholder 47">
            <a:extLst>
              <a:ext uri="{FF2B5EF4-FFF2-40B4-BE49-F238E27FC236}">
                <a16:creationId xmlns:a16="http://schemas.microsoft.com/office/drawing/2014/main" id="{9A501203-35D0-41A5-A2A4-9F05FAB495C4}"/>
              </a:ext>
            </a:extLst>
          </p:cNvPr>
          <p:cNvSpPr>
            <a:spLocks noGrp="1"/>
          </p:cNvSpPr>
          <p:nvPr>
            <p:ph type="pic" sz="quarter" idx="49"/>
          </p:nvPr>
        </p:nvSpPr>
        <p:spPr>
          <a:xfrm>
            <a:off x="391110" y="2493385"/>
            <a:ext cx="1465840" cy="1289394"/>
          </a:xfrm>
          <a:prstGeom prst="hexagon">
            <a:avLst>
              <a:gd name="adj" fmla="val 28349"/>
              <a:gd name="vf" fmla="val 115470"/>
            </a:avLst>
          </a:prstGeom>
          <a:ln>
            <a:noFill/>
          </a:ln>
        </p:spPr>
        <p:txBody>
          <a:bodyPr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en-US" altLang="zh-CN" dirty="0"/>
          </a:p>
        </p:txBody>
      </p:sp>
      <p:sp>
        <p:nvSpPr>
          <p:cNvPr id="30" name="Content Placeholder 47">
            <a:extLst>
              <a:ext uri="{FF2B5EF4-FFF2-40B4-BE49-F238E27FC236}">
                <a16:creationId xmlns:a16="http://schemas.microsoft.com/office/drawing/2014/main" id="{1FA62038-8BB7-45FD-896E-34738A5578BD}"/>
              </a:ext>
            </a:extLst>
          </p:cNvPr>
          <p:cNvSpPr>
            <a:spLocks noGrp="1"/>
          </p:cNvSpPr>
          <p:nvPr>
            <p:ph type="pic" sz="quarter" idx="50"/>
          </p:nvPr>
        </p:nvSpPr>
        <p:spPr>
          <a:xfrm>
            <a:off x="5151412" y="5238680"/>
            <a:ext cx="1465840" cy="1289394"/>
          </a:xfrm>
          <a:prstGeom prst="hexagon">
            <a:avLst>
              <a:gd name="adj" fmla="val 28349"/>
              <a:gd name="vf" fmla="val 115470"/>
            </a:avLst>
          </a:prstGeom>
          <a:ln w="12700">
            <a:noFill/>
          </a:ln>
        </p:spPr>
        <p:txBody>
          <a:bodyPr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en-US" altLang="zh-CN" dirty="0"/>
          </a:p>
        </p:txBody>
      </p:sp>
      <p:sp>
        <p:nvSpPr>
          <p:cNvPr id="31" name="Content Placeholder 47">
            <a:extLst>
              <a:ext uri="{FF2B5EF4-FFF2-40B4-BE49-F238E27FC236}">
                <a16:creationId xmlns:a16="http://schemas.microsoft.com/office/drawing/2014/main" id="{9A7E0EE6-5885-489B-81A9-65DBC0016938}"/>
              </a:ext>
            </a:extLst>
          </p:cNvPr>
          <p:cNvSpPr>
            <a:spLocks noGrp="1"/>
          </p:cNvSpPr>
          <p:nvPr>
            <p:ph type="pic" sz="quarter" idx="51"/>
          </p:nvPr>
        </p:nvSpPr>
        <p:spPr>
          <a:xfrm>
            <a:off x="3948599" y="3194928"/>
            <a:ext cx="1465840" cy="1289394"/>
          </a:xfrm>
          <a:prstGeom prst="hexagon">
            <a:avLst>
              <a:gd name="adj" fmla="val 28349"/>
              <a:gd name="vf" fmla="val 115470"/>
            </a:avLst>
          </a:prstGeom>
          <a:ln w="12700">
            <a:noFill/>
          </a:ln>
        </p:spPr>
        <p:txBody>
          <a:bodyPr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en-US" altLang="zh-CN" dirty="0"/>
          </a:p>
        </p:txBody>
      </p:sp>
      <p:sp>
        <p:nvSpPr>
          <p:cNvPr id="21" name="Content Placeholder 47" descr="Click icon to add picture">
            <a:extLst>
              <a:ext uri="{FF2B5EF4-FFF2-40B4-BE49-F238E27FC236}">
                <a16:creationId xmlns:a16="http://schemas.microsoft.com/office/drawing/2014/main" id="{B7E46D91-6194-E279-CAE3-425E21FD4A8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096000" y="3093990"/>
            <a:ext cx="3034145" cy="1879791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0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4722C9EB-D452-B3DF-5219-160F48DE78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1703538"/>
            <a:ext cx="5055698" cy="1325563"/>
          </a:xfrm>
        </p:spPr>
        <p:txBody>
          <a:bodyPr anchor="b"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0" name="Freeform 39">
            <a:extLst>
              <a:ext uri="{FF2B5EF4-FFF2-40B4-BE49-F238E27FC236}">
                <a16:creationId xmlns:a16="http://schemas.microsoft.com/office/drawing/2014/main" id="{E3C8467A-0A34-2A65-92FE-F12F6A3D84A6}"/>
              </a:ext>
            </a:extLst>
          </p:cNvPr>
          <p:cNvSpPr/>
          <p:nvPr userDrawn="1"/>
        </p:nvSpPr>
        <p:spPr>
          <a:xfrm>
            <a:off x="-6538" y="1815084"/>
            <a:ext cx="697438" cy="1266696"/>
          </a:xfrm>
          <a:custGeom>
            <a:avLst/>
            <a:gdLst>
              <a:gd name="connsiteX0" fmla="*/ 0 w 732607"/>
              <a:gd name="connsiteY0" fmla="*/ 0 h 1266696"/>
              <a:gd name="connsiteX1" fmla="*/ 372701 w 732607"/>
              <a:gd name="connsiteY1" fmla="*/ 0 h 1266696"/>
              <a:gd name="connsiteX2" fmla="*/ 732607 w 732607"/>
              <a:gd name="connsiteY2" fmla="*/ 633348 h 1266696"/>
              <a:gd name="connsiteX3" fmla="*/ 372701 w 732607"/>
              <a:gd name="connsiteY3" fmla="*/ 1266696 h 1266696"/>
              <a:gd name="connsiteX4" fmla="*/ 0 w 732607"/>
              <a:gd name="connsiteY4" fmla="*/ 1266696 h 1266696"/>
              <a:gd name="connsiteX0" fmla="*/ 43961 w 732607"/>
              <a:gd name="connsiteY0" fmla="*/ 8793 h 1266696"/>
              <a:gd name="connsiteX1" fmla="*/ 372701 w 732607"/>
              <a:gd name="connsiteY1" fmla="*/ 0 h 1266696"/>
              <a:gd name="connsiteX2" fmla="*/ 732607 w 732607"/>
              <a:gd name="connsiteY2" fmla="*/ 633348 h 1266696"/>
              <a:gd name="connsiteX3" fmla="*/ 372701 w 732607"/>
              <a:gd name="connsiteY3" fmla="*/ 1266696 h 1266696"/>
              <a:gd name="connsiteX4" fmla="*/ 0 w 732607"/>
              <a:gd name="connsiteY4" fmla="*/ 1266696 h 1266696"/>
              <a:gd name="connsiteX5" fmla="*/ 43961 w 732607"/>
              <a:gd name="connsiteY5" fmla="*/ 8793 h 1266696"/>
              <a:gd name="connsiteX0" fmla="*/ 8792 w 697438"/>
              <a:gd name="connsiteY0" fmla="*/ 8793 h 1266696"/>
              <a:gd name="connsiteX1" fmla="*/ 337532 w 697438"/>
              <a:gd name="connsiteY1" fmla="*/ 0 h 1266696"/>
              <a:gd name="connsiteX2" fmla="*/ 697438 w 697438"/>
              <a:gd name="connsiteY2" fmla="*/ 633348 h 1266696"/>
              <a:gd name="connsiteX3" fmla="*/ 337532 w 697438"/>
              <a:gd name="connsiteY3" fmla="*/ 1266696 h 1266696"/>
              <a:gd name="connsiteX4" fmla="*/ 0 w 697438"/>
              <a:gd name="connsiteY4" fmla="*/ 1266696 h 1266696"/>
              <a:gd name="connsiteX5" fmla="*/ 8792 w 697438"/>
              <a:gd name="connsiteY5" fmla="*/ 8793 h 1266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97438" h="1266696">
                <a:moveTo>
                  <a:pt x="8792" y="8793"/>
                </a:moveTo>
                <a:lnTo>
                  <a:pt x="337532" y="0"/>
                </a:lnTo>
                <a:lnTo>
                  <a:pt x="697438" y="633348"/>
                </a:lnTo>
                <a:lnTo>
                  <a:pt x="337532" y="1266696"/>
                </a:lnTo>
                <a:lnTo>
                  <a:pt x="0" y="1266696"/>
                </a:lnTo>
                <a:cubicBezTo>
                  <a:pt x="0" y="844464"/>
                  <a:pt x="8792" y="431025"/>
                  <a:pt x="8792" y="8793"/>
                </a:cubicBezTo>
                <a:close/>
              </a:path>
            </a:pathLst>
          </a:custGeom>
          <a:noFill/>
          <a:ln w="190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73342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alpha val="2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47">
            <a:extLst>
              <a:ext uri="{FF2B5EF4-FFF2-40B4-BE49-F238E27FC236}">
                <a16:creationId xmlns:a16="http://schemas.microsoft.com/office/drawing/2014/main" id="{28B6388A-37D2-4382-A7FC-9B9A76BDE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94169" y="6217920"/>
            <a:ext cx="458592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6"/>
                </a:solidFill>
                <a:latin typeface="+mn-lt"/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18CB8A3D-9A54-FD7C-F6A5-B33E6C891A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Title Placeholder 4">
            <a:extLst>
              <a:ext uri="{FF2B5EF4-FFF2-40B4-BE49-F238E27FC236}">
                <a16:creationId xmlns:a16="http://schemas.microsoft.com/office/drawing/2014/main" id="{F38A7675-78A2-B642-22AF-B98514C68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176125D-E69D-E2ED-1549-3D67DBD487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84632" y="621792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6"/>
                </a:solidFill>
                <a:latin typeface="+mn-lt"/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05742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52" r:id="rId2"/>
    <p:sldLayoutId id="2147483651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8" r:id="rId11"/>
    <p:sldLayoutId id="2147483661" r:id="rId12"/>
    <p:sldLayoutId id="2147483662" r:id="rId13"/>
    <p:sldLayoutId id="2147483663" r:id="rId14"/>
    <p:sldLayoutId id="2147483664" r:id="rId15"/>
    <p:sldLayoutId id="2147483665" r:id="rId16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032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5640" userDrawn="1">
          <p15:clr>
            <a:srgbClr val="F26B43"/>
          </p15:clr>
        </p15:guide>
        <p15:guide id="4" pos="1656" userDrawn="1">
          <p15:clr>
            <a:srgbClr val="F26B43"/>
          </p15:clr>
        </p15:guide>
        <p15:guide id="5" pos="520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jp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93A3B864-5E85-99D2-93E5-5CA1F4F35D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SHIFTING TO</a:t>
            </a:r>
            <a:br>
              <a:rPr lang="en-US" altLang="zh-CN" dirty="0"/>
            </a:br>
            <a:r>
              <a:rPr lang="en-US" altLang="zh-CN" dirty="0"/>
              <a:t>AGILE METHODOLOGY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485E0237-B9A1-0B58-E0AA-05EF84817EB4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601366" y="4172084"/>
            <a:ext cx="2290150" cy="760288"/>
          </a:xfrm>
        </p:spPr>
        <p:txBody>
          <a:bodyPr/>
          <a:lstStyle/>
          <a:p>
            <a:r>
              <a:rPr lang="en-US" dirty="0"/>
              <a:t>Ariana Hernandez</a:t>
            </a:r>
          </a:p>
          <a:p>
            <a:r>
              <a:rPr lang="en-US" dirty="0"/>
              <a:t>CS 250 </a:t>
            </a:r>
          </a:p>
        </p:txBody>
      </p:sp>
      <p:pic>
        <p:nvPicPr>
          <p:cNvPr id="30" name="Picture placeholder 29" descr="People in an office discussing work over a laptop&#10;">
            <a:extLst>
              <a:ext uri="{FF2B5EF4-FFF2-40B4-BE49-F238E27FC236}">
                <a16:creationId xmlns:a16="http://schemas.microsoft.com/office/drawing/2014/main" id="{18C88B4D-F554-49C2-A23C-DFE94D4C835B}"/>
              </a:ext>
            </a:extLst>
          </p:cNvPr>
          <p:cNvPicPr>
            <a:picLocks noGrp="1" noChangeAspect="1"/>
          </p:cNvPicPr>
          <p:nvPr>
            <p:ph type="pic" sz="quarter" idx="47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875" r="1875"/>
          <a:stretch/>
        </p:blipFill>
        <p:spPr>
          <a:xfrm>
            <a:off x="6742557" y="821836"/>
            <a:ext cx="4405503" cy="5066346"/>
          </a:xfrm>
        </p:spPr>
      </p:pic>
      <p:sp>
        <p:nvSpPr>
          <p:cNvPr id="10" name="Freeform: Shape 11">
            <a:extLst>
              <a:ext uri="{FF2B5EF4-FFF2-40B4-BE49-F238E27FC236}">
                <a16:creationId xmlns:a16="http://schemas.microsoft.com/office/drawing/2014/main" id="{01A79B69-242C-3AEB-4A42-7A606A54C6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857505" y="838985"/>
            <a:ext cx="1637958" cy="187385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chemeClr val="tx2">
                <a:lumMod val="50000"/>
                <a:lumOff val="50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14" name="Freeform: Shape 11">
            <a:extLst>
              <a:ext uri="{FF2B5EF4-FFF2-40B4-BE49-F238E27FC236}">
                <a16:creationId xmlns:a16="http://schemas.microsoft.com/office/drawing/2014/main" id="{E5D4DE6D-89C8-6FFF-287D-3F3BAD416C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974436" y="3694919"/>
            <a:ext cx="1637958" cy="187385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  <a:alpha val="50196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984479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8">
            <a:extLst>
              <a:ext uri="{FF2B5EF4-FFF2-40B4-BE49-F238E27FC236}">
                <a16:creationId xmlns:a16="http://schemas.microsoft.com/office/drawing/2014/main" id="{5DF64211-DCD8-B458-DBD2-EBDA7AE339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Agenda</a:t>
            </a:r>
            <a:endParaRPr lang="en-US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8FEA3BB9-F064-CFBE-C0BE-BB7A22A4DCF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8024C77-A2F8-1ABA-5412-E6BB88B5FA1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r>
              <a:rPr lang="en-US" dirty="0"/>
              <a:t>Team Roles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241202DB-E499-EB19-8A48-A3301DA59ED7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/>
        <p:txBody>
          <a:bodyPr/>
          <a:lstStyle/>
          <a:p>
            <a:r>
              <a:rPr lang="en-US" dirty="0"/>
              <a:t> Phases</a:t>
            </a:r>
          </a:p>
          <a:p>
            <a:r>
              <a:rPr lang="en-US" dirty="0"/>
              <a:t>Of Agile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D5402852-C1AD-6A4E-DAA7-0AE582A742FD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r>
              <a:rPr lang="en-US" dirty="0"/>
              <a:t>Waterfall Development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ABF1D337-2A3C-A0FB-A6CD-5E4B9D6DFD91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r>
              <a:rPr lang="en-US" dirty="0"/>
              <a:t>Deciding </a:t>
            </a:r>
          </a:p>
          <a:p>
            <a:r>
              <a:rPr lang="en-US" dirty="0"/>
              <a:t>Waterfall vs Agile</a:t>
            </a:r>
          </a:p>
        </p:txBody>
      </p:sp>
      <p:sp>
        <p:nvSpPr>
          <p:cNvPr id="21" name="Footer Placeholder 19">
            <a:extLst>
              <a:ext uri="{FF2B5EF4-FFF2-40B4-BE49-F238E27FC236}">
                <a16:creationId xmlns:a16="http://schemas.microsoft.com/office/drawing/2014/main" id="{A6E539FA-B60E-5585-524F-1BFA8C5B3E2F}"/>
              </a:ext>
            </a:extLst>
          </p:cNvPr>
          <p:cNvSpPr txBox="1">
            <a:spLocks/>
          </p:cNvSpPr>
          <p:nvPr/>
        </p:nvSpPr>
        <p:spPr>
          <a:xfrm>
            <a:off x="486699" y="6085719"/>
            <a:ext cx="4114800" cy="365125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200" b="0" i="0" kern="1200">
                <a:solidFill>
                  <a:schemeClr val="tx1"/>
                </a:solidFill>
                <a:latin typeface="Abadi" panose="020B0604020104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Presentation Title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CBE681AB-301C-4DC8-7FBD-FAA2CC6606AE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2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7755351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1D18537-D028-9E9C-FB87-93F24955DF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Introduction</a:t>
            </a:r>
            <a:endParaRPr lang="en-US" dirty="0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CC0093B1-77CC-1E61-FB22-E136F94EABD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09574" y="3435546"/>
            <a:ext cx="4260180" cy="1294530"/>
          </a:xfrm>
        </p:spPr>
        <p:txBody>
          <a:bodyPr/>
          <a:lstStyle/>
          <a:p>
            <a:r>
              <a:rPr lang="en-US" dirty="0"/>
              <a:t>The focus of this presentations is to give a thorough overview of the Agile methodology that is being introduced to Scrum teams. The topics of team roles, agile phases, waterfall development, and an ultimate choice will be discussed. 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12" name="Picture Placeholder 11" descr="People around a table on their laptops">
            <a:extLst>
              <a:ext uri="{FF2B5EF4-FFF2-40B4-BE49-F238E27FC236}">
                <a16:creationId xmlns:a16="http://schemas.microsoft.com/office/drawing/2014/main" id="{8C4B5C6A-45B4-1976-622A-4CEB4E3211BC}"/>
              </a:ext>
            </a:extLst>
          </p:cNvPr>
          <p:cNvPicPr>
            <a:picLocks noGrp="1" noChangeAspect="1"/>
          </p:cNvPicPr>
          <p:nvPr>
            <p:ph type="pic" sz="quarter" idx="51"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/>
      </p:pic>
      <p:sp>
        <p:nvSpPr>
          <p:cNvPr id="6" name="Freeform: Shape 5">
            <a:extLst>
              <a:ext uri="{FF2B5EF4-FFF2-40B4-BE49-F238E27FC236}">
                <a16:creationId xmlns:a16="http://schemas.microsoft.com/office/drawing/2014/main" id="{D91FB993-29E1-3DBD-8335-7970016F8D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84821" y="311581"/>
            <a:ext cx="1896941" cy="217161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rgbClr val="C95B3A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F7D952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6767F8-4670-E83D-85F4-1446B8B9D466}"/>
              </a:ext>
            </a:extLst>
          </p:cNvPr>
          <p:cNvSpPr>
            <a:spLocks noGrp="1"/>
          </p:cNvSpPr>
          <p:nvPr>
            <p:ph type="sldNum" sz="quarter" idx="53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3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775548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itle 45">
            <a:extLst>
              <a:ext uri="{FF2B5EF4-FFF2-40B4-BE49-F238E27FC236}">
                <a16:creationId xmlns:a16="http://schemas.microsoft.com/office/drawing/2014/main" id="{4D761329-3BEF-0173-1328-A4DB26572A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AGILE</a:t>
            </a:r>
            <a:br>
              <a:rPr lang="en-US" dirty="0"/>
            </a:br>
            <a:r>
              <a:rPr lang="en-US" dirty="0"/>
              <a:t>TEAM</a:t>
            </a:r>
            <a:br>
              <a:rPr lang="en-US" dirty="0"/>
            </a:br>
            <a:r>
              <a:rPr lang="en-US" dirty="0"/>
              <a:t>ROLES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FC101F03-8617-09D4-619B-F38E2F0A4F15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2126076" y="2911781"/>
            <a:ext cx="1956930" cy="1070829"/>
          </a:xfrm>
        </p:spPr>
        <p:txBody>
          <a:bodyPr/>
          <a:lstStyle/>
          <a:p>
            <a:r>
              <a:rPr lang="en-US" dirty="0"/>
              <a:t>The  Multiple</a:t>
            </a:r>
          </a:p>
          <a:p>
            <a:r>
              <a:rPr lang="en-US" dirty="0"/>
              <a:t>Team members</a:t>
            </a:r>
          </a:p>
          <a:p>
            <a:r>
              <a:rPr lang="en-US" dirty="0"/>
              <a:t>Of Scrum</a:t>
            </a:r>
          </a:p>
          <a:p>
            <a:endParaRPr lang="en-US" dirty="0"/>
          </a:p>
        </p:txBody>
      </p:sp>
      <p:pic>
        <p:nvPicPr>
          <p:cNvPr id="48" name="Picture placeholder 19" descr="Layout of website design sketches on white paper">
            <a:extLst>
              <a:ext uri="{FF2B5EF4-FFF2-40B4-BE49-F238E27FC236}">
                <a16:creationId xmlns:a16="http://schemas.microsoft.com/office/drawing/2014/main" id="{6D25AB81-B10A-BD11-E8FE-ECF8CB1B12F0}"/>
              </a:ext>
            </a:extLst>
          </p:cNvPr>
          <p:cNvPicPr>
            <a:picLocks noGrp="1" noChangeAspect="1"/>
          </p:cNvPicPr>
          <p:nvPr>
            <p:ph type="pic" sz="quarter" idx="47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blipFill>
            <a:blip r:embed="rId4"/>
            <a:stretch>
              <a:fillRect/>
            </a:stretch>
          </a:blipFill>
        </p:spPr>
      </p:pic>
    </p:spTree>
    <p:extLst>
      <p:ext uri="{BB962C8B-B14F-4D97-AF65-F5344CB8AC3E}">
        <p14:creationId xmlns:p14="http://schemas.microsoft.com/office/powerpoint/2010/main" val="24780796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6AD8CEA-92BC-8E7A-4D93-7792AD7AA78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484632" y="2886279"/>
            <a:ext cx="2450690" cy="2629809"/>
          </a:xfrm>
          <a:ln>
            <a:solidFill>
              <a:schemeClr val="accent2"/>
            </a:solidFill>
          </a:ln>
        </p:spPr>
        <p:txBody>
          <a:bodyPr/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dirty="0"/>
              <a:t>Maximizes the value of the product and the work of the Development team.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dirty="0"/>
              <a:t>Sole person responsible for managing the Product Backlog.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dirty="0"/>
              <a:t>Represents the business.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dirty="0"/>
              <a:t>Provides direction to the team and prioritizes the work to be done.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sz="14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8AE715-EB6E-8EE3-FE15-8D19A166443D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3436374" y="2886278"/>
            <a:ext cx="2450690" cy="2629810"/>
          </a:xfrm>
          <a:ln>
            <a:solidFill>
              <a:schemeClr val="accent1">
                <a:lumMod val="75000"/>
              </a:schemeClr>
            </a:solidFill>
          </a:ln>
        </p:spPr>
        <p:txBody>
          <a:bodyPr/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dirty="0"/>
              <a:t>Ensures Scrum is understood and enacted.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dirty="0"/>
              <a:t>Ensures that the Scrum team adheres to </a:t>
            </a:r>
            <a:r>
              <a:rPr lang="en-US" sz="1400"/>
              <a:t>Scrum practices</a:t>
            </a:r>
            <a:r>
              <a:rPr lang="en-US" sz="1400" dirty="0"/>
              <a:t> </a:t>
            </a:r>
            <a:r>
              <a:rPr lang="en-US" sz="1400"/>
              <a:t>and </a:t>
            </a:r>
            <a:r>
              <a:rPr lang="en-US" sz="1400" dirty="0"/>
              <a:t>rules.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dirty="0"/>
              <a:t>Ensures effective Product Backlog management.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dirty="0"/>
              <a:t>Removes challenges slowing progress.</a:t>
            </a:r>
          </a:p>
          <a:p>
            <a:pPr algn="l"/>
            <a:endParaRPr lang="en-US" sz="12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D7E9F0-EA92-C7A1-620A-8E7BC54B903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6388116" y="2886279"/>
            <a:ext cx="2450690" cy="2629810"/>
          </a:xfrm>
          <a:ln>
            <a:solidFill>
              <a:srgbClr val="11631F"/>
            </a:solidFill>
          </a:ln>
        </p:spPr>
        <p:txBody>
          <a:bodyPr/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200" dirty="0"/>
              <a:t>Defines acceptance criteria and acceptance tests.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200" dirty="0"/>
              <a:t>Tests code and inspects user stories.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200" dirty="0"/>
              <a:t>Executes multiple test runs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200" dirty="0"/>
              <a:t>Analyzes test results.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200" dirty="0"/>
              <a:t>Collaborates with the team to resolve any issues and defects.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sz="120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66C1434-ED39-B71E-F1BF-6BF722B27DC3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9339858" y="2886278"/>
            <a:ext cx="2450690" cy="2629810"/>
          </a:xfrm>
          <a:ln>
            <a:solidFill>
              <a:schemeClr val="accent4">
                <a:lumMod val="75000"/>
              </a:schemeClr>
            </a:solidFill>
          </a:ln>
        </p:spPr>
        <p:txBody>
          <a:bodyPr/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200" dirty="0"/>
              <a:t>Designs the code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200" dirty="0"/>
              <a:t> Works to develop the code according to wanted results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200" dirty="0"/>
              <a:t>Participates in peer reviews.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200" dirty="0"/>
              <a:t>Collaborates with the team to produce just enough design so there is room to iterate.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200" dirty="0"/>
              <a:t>Cleans code routinely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200" dirty="0"/>
              <a:t>Adjusts to new demands and changes quickly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3E5FFCB-B628-38B2-B4A9-BFB57755D758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777289" y="1661007"/>
            <a:ext cx="1865376" cy="866219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r>
              <a:rPr lang="en-US" dirty="0"/>
              <a:t>PRODUCT</a:t>
            </a:r>
          </a:p>
          <a:p>
            <a:r>
              <a:rPr lang="en-US" dirty="0"/>
              <a:t>OWNER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18D5CFA0-FBEF-440B-02B4-C3159D907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29678"/>
            <a:ext cx="10515600" cy="1325563"/>
          </a:xfrm>
        </p:spPr>
        <p:txBody>
          <a:bodyPr/>
          <a:lstStyle/>
          <a:p>
            <a:r>
              <a:rPr lang="en-US" dirty="0"/>
              <a:t>SCRUM TEAM ROLES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3E8139C-CA2A-9BAA-701A-EFDF340DB743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3733486" y="1655241"/>
            <a:ext cx="1865376" cy="866219"/>
          </a:xfrm>
          <a:solidFill>
            <a:schemeClr val="accent6">
              <a:lumMod val="10000"/>
              <a:lumOff val="90000"/>
            </a:schemeClr>
          </a:solidFill>
        </p:spPr>
        <p:txBody>
          <a:bodyPr/>
          <a:lstStyle/>
          <a:p>
            <a:r>
              <a:rPr lang="en-US" dirty="0"/>
              <a:t>SCRUM</a:t>
            </a:r>
            <a:br>
              <a:rPr lang="en-US" dirty="0"/>
            </a:br>
            <a:r>
              <a:rPr lang="en-US" dirty="0"/>
              <a:t>MASTER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2553F137-BA80-252F-64C5-5467D849C2D6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89684" y="1655241"/>
            <a:ext cx="1865376" cy="866219"/>
          </a:xfrm>
          <a:solidFill>
            <a:srgbClr val="B0C6A0"/>
          </a:solidFill>
        </p:spPr>
        <p:txBody>
          <a:bodyPr/>
          <a:lstStyle/>
          <a:p>
            <a:r>
              <a:rPr lang="en-US" dirty="0"/>
              <a:t>TESTER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78357DB-0815-6DB8-5C47-22322E42B56C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9645882" y="1655240"/>
            <a:ext cx="1865376" cy="866219"/>
          </a:xfrm>
          <a:solidFill>
            <a:schemeClr val="accent4">
              <a:lumMod val="20000"/>
              <a:lumOff val="80000"/>
            </a:schemeClr>
          </a:solidFill>
        </p:spPr>
        <p:txBody>
          <a:bodyPr/>
          <a:lstStyle/>
          <a:p>
            <a:r>
              <a:rPr lang="en-US" dirty="0"/>
              <a:t>DEVELOPER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75BBB8BC-527E-CBFF-3360-74BB7653F5DB}"/>
              </a:ext>
            </a:extLst>
          </p:cNvPr>
          <p:cNvSpPr>
            <a:spLocks noGrp="1"/>
          </p:cNvSpPr>
          <p:nvPr>
            <p:ph type="sldNum" sz="quarter" idx="55"/>
          </p:nvPr>
        </p:nvSpPr>
        <p:spPr/>
        <p:txBody>
          <a:bodyPr/>
          <a:lstStyle/>
          <a:p>
            <a:fld id="{47FEACEE-25B4-4A2D-B147-27296E36371D}" type="slidenum">
              <a:rPr lang="en-US" altLang="zh-CN" noProof="0" smtClean="0"/>
              <a:pPr/>
              <a:t>5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38006994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755EFC-98AC-6B15-AAE5-91A9F6DBA3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PHASES OF AGILE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3D93E7-F9E5-3F0E-9E48-784D6A2D3B0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r>
              <a:rPr lang="en-US" dirty="0"/>
              <a:t>The steps of agile</a:t>
            </a:r>
          </a:p>
          <a:p>
            <a:r>
              <a:rPr lang="en-US" dirty="0"/>
              <a:t> and their meaning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FE5946-E7E4-B89C-1733-735B6ECF7DC3}"/>
              </a:ext>
            </a:extLst>
          </p:cNvPr>
          <p:cNvSpPr>
            <a:spLocks noGrp="1"/>
          </p:cNvSpPr>
          <p:nvPr>
            <p:ph type="sldNum" sz="quarter" idx="31"/>
          </p:nvPr>
        </p:nvSpPr>
        <p:spPr/>
        <p:txBody>
          <a:bodyPr/>
          <a:lstStyle/>
          <a:p>
            <a:fld id="{47FEACEE-25B4-4A2D-B147-27296E36371D}" type="slidenum">
              <a:rPr lang="en-US" altLang="zh-CN" noProof="0" smtClean="0"/>
              <a:pPr/>
              <a:t>6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6682899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31BC49-1F59-D107-BBD4-6D841423F6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Phases of Agile</a:t>
            </a:r>
          </a:p>
        </p:txBody>
      </p:sp>
      <p:graphicFrame>
        <p:nvGraphicFramePr>
          <p:cNvPr id="6" name="Table Placeholder 5">
            <a:extLst>
              <a:ext uri="{FF2B5EF4-FFF2-40B4-BE49-F238E27FC236}">
                <a16:creationId xmlns:a16="http://schemas.microsoft.com/office/drawing/2014/main" id="{13BC36DE-C2FD-E58B-1F58-1F3A8BC467C1}"/>
              </a:ext>
            </a:extLst>
          </p:cNvPr>
          <p:cNvGraphicFramePr>
            <a:graphicFrameLocks noGrp="1"/>
          </p:cNvGraphicFramePr>
          <p:nvPr>
            <p:ph type="tbl" sz="quarter" idx="27"/>
            <p:extLst>
              <p:ext uri="{D42A27DB-BD31-4B8C-83A1-F6EECF244321}">
                <p14:modId xmlns:p14="http://schemas.microsoft.com/office/powerpoint/2010/main" val="714317555"/>
              </p:ext>
            </p:extLst>
          </p:nvPr>
        </p:nvGraphicFramePr>
        <p:xfrm>
          <a:off x="581025" y="1614488"/>
          <a:ext cx="10890250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3871">
                  <a:extLst>
                    <a:ext uri="{9D8B030D-6E8A-4147-A177-3AD203B41FA5}">
                      <a16:colId xmlns:a16="http://schemas.microsoft.com/office/drawing/2014/main" val="337960204"/>
                    </a:ext>
                  </a:extLst>
                </a:gridCol>
                <a:gridCol w="7786379">
                  <a:extLst>
                    <a:ext uri="{9D8B030D-6E8A-4147-A177-3AD203B41FA5}">
                      <a16:colId xmlns:a16="http://schemas.microsoft.com/office/drawing/2014/main" val="391772999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 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Phases</a:t>
                      </a: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Agile Methodology</a:t>
                      </a: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99844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Planning</a:t>
                      </a: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Constantly on the board as agile methods promote creative new input</a:t>
                      </a: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39779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Requirements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New additions that keep the project adapting and changing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23238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Design</a:t>
                      </a: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Creating the work and receiving feedback with much trial and error</a:t>
                      </a: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21633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Development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Information is gathered and worked on through experimentation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06433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Testing</a:t>
                      </a: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Testing the work with gathered information</a:t>
                      </a: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27229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Deployment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Sending the work to hear feedback from the Product Owner or Client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31444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Maintenances</a:t>
                      </a: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Continuously working on the work to keep up maintenance </a:t>
                      </a: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2428468"/>
                  </a:ext>
                </a:extLst>
              </a:tr>
            </a:tbl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EA5A84-E73D-0219-45A9-CF86F0AC70C1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7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3396736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0547C9-E794-4E87-8255-3F30CD08D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WATERFALL DEVELOPMENT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50908C-7874-A1FF-FB6D-3B65FD1A212A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r>
              <a:rPr lang="en-US" sz="1800" dirty="0"/>
              <a:t>How Waterfall Methodology</a:t>
            </a:r>
          </a:p>
          <a:p>
            <a:r>
              <a:rPr lang="en-US" sz="1800" dirty="0"/>
              <a:t> contrast to Agile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0D62D3A-B0CF-5AA5-E9AD-16F43BEDC240}"/>
              </a:ext>
            </a:extLst>
          </p:cNvPr>
          <p:cNvSpPr>
            <a:spLocks noGrp="1"/>
          </p:cNvSpPr>
          <p:nvPr>
            <p:ph type="sldNum" sz="quarter" idx="31"/>
          </p:nvPr>
        </p:nvSpPr>
        <p:spPr/>
        <p:txBody>
          <a:bodyPr/>
          <a:lstStyle/>
          <a:p>
            <a:fld id="{47FEACEE-25B4-4A2D-B147-27296E36371D}" type="slidenum">
              <a:rPr lang="en-US" altLang="zh-CN" noProof="0" smtClean="0"/>
              <a:pPr/>
              <a:t>8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34368262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16E522-B5B2-C40B-9FB5-C36934B353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WATERFALL METHOD</a:t>
            </a:r>
          </a:p>
        </p:txBody>
      </p:sp>
      <p:sp>
        <p:nvSpPr>
          <p:cNvPr id="3" name="Chart Placeholder 2">
            <a:extLst>
              <a:ext uri="{FF2B5EF4-FFF2-40B4-BE49-F238E27FC236}">
                <a16:creationId xmlns:a16="http://schemas.microsoft.com/office/drawing/2014/main" id="{C439FDC5-8F31-5D98-7D81-356A59EE54C2}"/>
              </a:ext>
            </a:extLst>
          </p:cNvPr>
          <p:cNvSpPr>
            <a:spLocks noGrp="1"/>
          </p:cNvSpPr>
          <p:nvPr>
            <p:ph type="chart" sz="quarter" idx="27"/>
          </p:nvPr>
        </p:nvSpPr>
        <p:spPr>
          <a:xfrm>
            <a:off x="1508759" y="1622511"/>
            <a:ext cx="8796529" cy="2800200"/>
          </a:xfrm>
          <a:solidFill>
            <a:schemeClr val="accent4">
              <a:lumMod val="20000"/>
              <a:lumOff val="80000"/>
            </a:schemeClr>
          </a:solidFill>
          <a:ln w="28575">
            <a:solidFill>
              <a:schemeClr val="accent4">
                <a:lumMod val="75000"/>
              </a:schemeClr>
            </a:solidFill>
          </a:ln>
        </p:spPr>
        <p:txBody>
          <a:bodyPr/>
          <a:lstStyle/>
          <a:p>
            <a:pPr lvl="1">
              <a:lnSpc>
                <a:spcPct val="150000"/>
              </a:lnSpc>
            </a:pPr>
            <a:r>
              <a:rPr lang="en-US" dirty="0"/>
              <a:t>Traditional work environment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Linear and Plan focused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Thoroughly look over documents before starting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Starting development based solely on the exact expectations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The typical process of waterfall follows:</a:t>
            </a:r>
          </a:p>
          <a:p>
            <a:pPr marL="0" indent="0">
              <a:buNone/>
            </a:pPr>
            <a:endParaRPr lang="en-US" dirty="0"/>
          </a:p>
          <a:p>
            <a:pPr lvl="2"/>
            <a:endParaRPr lang="en-US" dirty="0"/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836FE2-34F1-7C93-7C95-5FBE482732FE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9</a:t>
            </a:fld>
            <a:endParaRPr lang="en-US" altLang="zh-CN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65D01C9F-8AFB-E006-2495-94CB3079B0DB}"/>
              </a:ext>
            </a:extLst>
          </p:cNvPr>
          <p:cNvCxnSpPr/>
          <p:nvPr/>
        </p:nvCxnSpPr>
        <p:spPr>
          <a:xfrm>
            <a:off x="3048310" y="5135649"/>
            <a:ext cx="699796" cy="0"/>
          </a:xfrm>
          <a:prstGeom prst="straightConnector1">
            <a:avLst/>
          </a:prstGeom>
          <a:ln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F5B6D533-1527-79D7-55E4-7554DD1F4EE5}"/>
              </a:ext>
            </a:extLst>
          </p:cNvPr>
          <p:cNvSpPr txBox="1"/>
          <p:nvPr/>
        </p:nvSpPr>
        <p:spPr>
          <a:xfrm>
            <a:off x="1881984" y="4950983"/>
            <a:ext cx="1166326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FontTx/>
              <a:buNone/>
            </a:pPr>
            <a:r>
              <a:rPr lang="en-US" sz="1800" dirty="0">
                <a:latin typeface="Posterama" panose="020B0504020200020000" pitchFamily="34" charset="0"/>
                <a:ea typeface="微软雅黑"/>
                <a:cs typeface="Posterama" panose="020B0504020200020000" pitchFamily="34" charset="0"/>
              </a:rPr>
              <a:t>Analysis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4A7F058-84D4-A879-B36D-02B57F214A2B}"/>
              </a:ext>
            </a:extLst>
          </p:cNvPr>
          <p:cNvSpPr txBox="1"/>
          <p:nvPr/>
        </p:nvSpPr>
        <p:spPr>
          <a:xfrm>
            <a:off x="3806331" y="4950983"/>
            <a:ext cx="1166326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FontTx/>
              <a:buNone/>
            </a:pPr>
            <a:r>
              <a:rPr lang="en-US" sz="1800" dirty="0">
                <a:latin typeface="Posterama" panose="020B0504020200020000" pitchFamily="34" charset="0"/>
                <a:ea typeface="微软雅黑"/>
                <a:cs typeface="Posterama" panose="020B0504020200020000" pitchFamily="34" charset="0"/>
              </a:rPr>
              <a:t>Design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E9FA427-B45B-1A80-37E4-0C94202F5DFC}"/>
              </a:ext>
            </a:extLst>
          </p:cNvPr>
          <p:cNvSpPr txBox="1"/>
          <p:nvPr/>
        </p:nvSpPr>
        <p:spPr>
          <a:xfrm>
            <a:off x="5730678" y="4950983"/>
            <a:ext cx="1166326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FontTx/>
              <a:buNone/>
            </a:pPr>
            <a:r>
              <a:rPr lang="en-US" sz="1800" dirty="0">
                <a:latin typeface="Posterama" panose="020B0504020200020000" pitchFamily="34" charset="0"/>
                <a:ea typeface="微软雅黑"/>
                <a:cs typeface="Posterama" panose="020B0504020200020000" pitchFamily="34" charset="0"/>
              </a:rPr>
              <a:t>Testing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82A8AC9-4284-2135-1DCB-FE69C2733C42}"/>
              </a:ext>
            </a:extLst>
          </p:cNvPr>
          <p:cNvSpPr txBox="1"/>
          <p:nvPr/>
        </p:nvSpPr>
        <p:spPr>
          <a:xfrm>
            <a:off x="7655025" y="4950983"/>
            <a:ext cx="1865813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FontTx/>
              <a:buNone/>
            </a:pPr>
            <a:r>
              <a:rPr lang="en-US" sz="1800" dirty="0">
                <a:latin typeface="Posterama" panose="020B0504020200020000" pitchFamily="34" charset="0"/>
                <a:ea typeface="微软雅黑"/>
                <a:cs typeface="Posterama" panose="020B0504020200020000" pitchFamily="34" charset="0"/>
              </a:rPr>
              <a:t>Maintenance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913FEF2C-B099-CA9F-00D5-038C65A3025A}"/>
              </a:ext>
            </a:extLst>
          </p:cNvPr>
          <p:cNvCxnSpPr/>
          <p:nvPr/>
        </p:nvCxnSpPr>
        <p:spPr>
          <a:xfrm>
            <a:off x="4972657" y="5135649"/>
            <a:ext cx="699796" cy="0"/>
          </a:xfrm>
          <a:prstGeom prst="straightConnector1">
            <a:avLst/>
          </a:prstGeom>
          <a:ln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C606292C-FDBC-FFF5-00B9-6383111D1ED8}"/>
              </a:ext>
            </a:extLst>
          </p:cNvPr>
          <p:cNvCxnSpPr/>
          <p:nvPr/>
        </p:nvCxnSpPr>
        <p:spPr>
          <a:xfrm>
            <a:off x="6897004" y="5135649"/>
            <a:ext cx="699796" cy="0"/>
          </a:xfrm>
          <a:prstGeom prst="straightConnector1">
            <a:avLst/>
          </a:prstGeom>
          <a:ln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03969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444CF9-890D-5A35-565E-E96101E073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WATERFALL: CONTRAST</a:t>
            </a:r>
          </a:p>
        </p:txBody>
      </p:sp>
      <p:sp>
        <p:nvSpPr>
          <p:cNvPr id="3" name="Chart Placeholder 2">
            <a:extLst>
              <a:ext uri="{FF2B5EF4-FFF2-40B4-BE49-F238E27FC236}">
                <a16:creationId xmlns:a16="http://schemas.microsoft.com/office/drawing/2014/main" id="{080AC364-08AB-93FA-B1FA-2629BB11B1ED}"/>
              </a:ext>
            </a:extLst>
          </p:cNvPr>
          <p:cNvSpPr>
            <a:spLocks noGrp="1"/>
          </p:cNvSpPr>
          <p:nvPr>
            <p:ph type="chart" sz="quarter" idx="27"/>
          </p:nvPr>
        </p:nvSpPr>
        <p:spPr>
          <a:xfrm>
            <a:off x="1455576" y="1748922"/>
            <a:ext cx="8621485" cy="3233625"/>
          </a:xfr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4">
                <a:lumMod val="75000"/>
              </a:schemeClr>
            </a:solidFill>
          </a:ln>
        </p:spPr>
        <p:txBody>
          <a:bodyPr/>
          <a:lstStyle/>
          <a:p>
            <a:r>
              <a:rPr lang="en-US" dirty="0"/>
              <a:t>For the SNHU Travel project, using Waterfall would have caused a different approach because we wouldn’t have experienced multiple roles but rather just one. </a:t>
            </a:r>
          </a:p>
          <a:p>
            <a:r>
              <a:rPr lang="en-US" dirty="0"/>
              <a:t>The requirements would have been stated clearly from the start</a:t>
            </a:r>
          </a:p>
          <a:p>
            <a:r>
              <a:rPr lang="en-US" dirty="0"/>
              <a:t>No creative or vague changing, we would have followed the expectations of the clients exactly as they wanted</a:t>
            </a:r>
          </a:p>
          <a:p>
            <a:r>
              <a:rPr lang="en-US" dirty="0"/>
              <a:t>Working through the development first would have had testing pushed for last, making any changes or additions potential risks of rewriting the whole code. 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1EA4CD-DF0C-BBFE-F463-FE23812B9430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10</a:t>
            </a:fld>
            <a:endParaRPr lang="en-US" altLang="zh-CN" dirty="0"/>
          </a:p>
        </p:txBody>
      </p:sp>
      <p:sp>
        <p:nvSpPr>
          <p:cNvPr id="6" name="Hexagon 5">
            <a:extLst>
              <a:ext uri="{FF2B5EF4-FFF2-40B4-BE49-F238E27FC236}">
                <a16:creationId xmlns:a16="http://schemas.microsoft.com/office/drawing/2014/main" id="{B56F9A63-327C-535D-41C5-8973C9E578D6}"/>
              </a:ext>
            </a:extLst>
          </p:cNvPr>
          <p:cNvSpPr/>
          <p:nvPr/>
        </p:nvSpPr>
        <p:spPr>
          <a:xfrm rot="2564071">
            <a:off x="9438202" y="-210385"/>
            <a:ext cx="1633829" cy="1474237"/>
          </a:xfrm>
          <a:prstGeom prst="hexagon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709AC456-258D-8DCD-3EE9-E133BFC059C5}"/>
              </a:ext>
            </a:extLst>
          </p:cNvPr>
          <p:cNvSpPr/>
          <p:nvPr/>
        </p:nvSpPr>
        <p:spPr>
          <a:xfrm rot="3512004">
            <a:off x="-131188" y="4049486"/>
            <a:ext cx="1231640" cy="1115434"/>
          </a:xfrm>
          <a:prstGeom prst="hexagon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0B22B9F5-BD59-A86F-67A4-3658A8F01ABB}"/>
              </a:ext>
            </a:extLst>
          </p:cNvPr>
          <p:cNvSpPr/>
          <p:nvPr/>
        </p:nvSpPr>
        <p:spPr>
          <a:xfrm rot="1919440">
            <a:off x="224384" y="5359268"/>
            <a:ext cx="520249" cy="442825"/>
          </a:xfrm>
          <a:prstGeom prst="hexagon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19012BC5-EF41-BB43-CFB7-40B2BDEE5B01}"/>
              </a:ext>
            </a:extLst>
          </p:cNvPr>
          <p:cNvSpPr/>
          <p:nvPr/>
        </p:nvSpPr>
        <p:spPr>
          <a:xfrm rot="5101692">
            <a:off x="11187578" y="755174"/>
            <a:ext cx="689880" cy="619239"/>
          </a:xfrm>
          <a:prstGeom prst="hexagon">
            <a:avLst/>
          </a:prstGeom>
          <a:noFill/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56478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7F1814E-E254-07F9-80CD-6AA2E290F48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550705" y="2611484"/>
            <a:ext cx="2653545" cy="587964"/>
          </a:xfr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anchor="ctr"/>
          <a:lstStyle/>
          <a:p>
            <a:pPr algn="ctr"/>
            <a:r>
              <a:rPr lang="en-US" dirty="0"/>
              <a:t>Choosing Waterfall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544A38-8E51-0576-A435-41917C1FC326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4550705" y="3337560"/>
            <a:ext cx="2653545" cy="2636059"/>
          </a:xfrm>
          <a:ln>
            <a:solidFill>
              <a:schemeClr val="accent1">
                <a:lumMod val="75000"/>
              </a:schemeClr>
            </a:solidFill>
          </a:ln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For Traditional Work environment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For newer developers who may lack experience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Strict deadlines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Expectations or Results are unchanging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5346B45-19B4-ABA9-2E25-AC8E5F2563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3196" y="884381"/>
            <a:ext cx="6599429" cy="1325563"/>
          </a:xfrm>
        </p:spPr>
        <p:txBody>
          <a:bodyPr/>
          <a:lstStyle/>
          <a:p>
            <a:r>
              <a:rPr lang="en-US" dirty="0"/>
              <a:t>CHOOSING</a:t>
            </a:r>
            <a:br>
              <a:rPr lang="en-US" dirty="0"/>
            </a:br>
            <a:r>
              <a:rPr lang="en-US" dirty="0"/>
              <a:t>WATERFALL vs AGILE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64245B6-EDE5-B178-A87E-265DAA39D6DB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7829560" y="2611484"/>
            <a:ext cx="2653545" cy="587964"/>
          </a:xfr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txBody>
          <a:bodyPr anchor="ctr"/>
          <a:lstStyle/>
          <a:p>
            <a:pPr algn="ctr"/>
            <a:r>
              <a:rPr lang="en-US" dirty="0"/>
              <a:t>Choosing Agile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F1EE86B-0A4A-AEDF-9479-EA764DFBB906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11506" y="3337560"/>
            <a:ext cx="2653545" cy="2636059"/>
          </a:xfrm>
          <a:ln>
            <a:solidFill>
              <a:schemeClr val="accent2">
                <a:lumMod val="75000"/>
              </a:schemeClr>
            </a:solidFill>
          </a:ln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Work environment who prioritizes creativity and continuity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Team members with extensive experience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Lax deadlines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Expectations/Results are adapting continuously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79E7797-CEBA-3F1F-F4B7-B2CDBD2609D5}"/>
              </a:ext>
            </a:extLst>
          </p:cNvPr>
          <p:cNvSpPr>
            <a:spLocks noGrp="1"/>
          </p:cNvSpPr>
          <p:nvPr>
            <p:ph type="sldNum" sz="quarter" idx="55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11</a:t>
            </a:fld>
            <a:endParaRPr lang="en-US" altLang="zh-CN" dirty="0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5843058C-5A31-3002-7D21-20832D90D6A1}"/>
              </a:ext>
            </a:extLst>
          </p:cNvPr>
          <p:cNvSpPr/>
          <p:nvPr/>
        </p:nvSpPr>
        <p:spPr>
          <a:xfrm rot="564738">
            <a:off x="1308256" y="1734315"/>
            <a:ext cx="2438258" cy="2388358"/>
          </a:xfrm>
          <a:prstGeom prst="hexagon">
            <a:avLst/>
          </a:prstGeom>
          <a:noFill/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13520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4EFA9173-F892-5C7D-99AF-4C5FFB1532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Summary</a:t>
            </a:r>
            <a:endParaRPr lang="en-US" dirty="0"/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2FD53DB-CD39-2575-F8BA-63488E81091E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r>
              <a:rPr lang="en-US" altLang="zh-CN" dirty="0"/>
              <a:t>In conclusion, shifting to an Agile Methodology for Scrum Teams is a developing technique that proved to be useful during the SNHU Travel project. </a:t>
            </a:r>
            <a:r>
              <a:rPr lang="en-US" altLang="zh-CN" dirty="0" err="1"/>
              <a:t>ChadaTech’s</a:t>
            </a:r>
            <a:r>
              <a:rPr lang="en-US" altLang="zh-CN" dirty="0"/>
              <a:t> team will find many benefits that far outweigh the setbacks when shifting to an Agile Team Methodology. Productivity, Creativity, and Collaboration are sure to grow expeditiously during an Agile shift. </a:t>
            </a:r>
          </a:p>
          <a:p>
            <a:endParaRPr lang="en-US" dirty="0"/>
          </a:p>
        </p:txBody>
      </p:sp>
      <p:pic>
        <p:nvPicPr>
          <p:cNvPr id="38" name="Picture Placeholder 37" descr="People working in office">
            <a:extLst>
              <a:ext uri="{FF2B5EF4-FFF2-40B4-BE49-F238E27FC236}">
                <a16:creationId xmlns:a16="http://schemas.microsoft.com/office/drawing/2014/main" id="{4162880A-4A88-ED9F-357E-65638ED8BB0C}"/>
              </a:ext>
            </a:extLst>
          </p:cNvPr>
          <p:cNvPicPr>
            <a:picLocks noGrp="1" noChangeAspect="1"/>
          </p:cNvPicPr>
          <p:nvPr>
            <p:ph type="pic" sz="quarter" idx="48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pic>
        <p:nvPicPr>
          <p:cNvPr id="39" name="Picture Placeholder 31">
            <a:extLst>
              <a:ext uri="{FF2B5EF4-FFF2-40B4-BE49-F238E27FC236}">
                <a16:creationId xmlns:a16="http://schemas.microsoft.com/office/drawing/2014/main" id="{6037332D-8714-C147-6E64-3654D8C578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555" b="2555"/>
          <a:stretch>
            <a:fillRect/>
          </a:stretch>
        </p:blipFill>
        <p:spPr>
          <a:xfrm>
            <a:off x="6504265" y="3029080"/>
            <a:ext cx="1570617" cy="17968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F30A6A-65C9-04FE-77CF-C95CC406DBDB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12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1575333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2695DF-A414-355E-59BE-FDF742B346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REFERENCES</a:t>
            </a:r>
          </a:p>
        </p:txBody>
      </p:sp>
      <p:sp>
        <p:nvSpPr>
          <p:cNvPr id="3" name="Table Placeholder 2">
            <a:extLst>
              <a:ext uri="{FF2B5EF4-FFF2-40B4-BE49-F238E27FC236}">
                <a16:creationId xmlns:a16="http://schemas.microsoft.com/office/drawing/2014/main" id="{97019728-5781-C450-EDFA-C4637D0D07D3}"/>
              </a:ext>
            </a:extLst>
          </p:cNvPr>
          <p:cNvSpPr>
            <a:spLocks noGrp="1"/>
          </p:cNvSpPr>
          <p:nvPr>
            <p:ph type="tbl" sz="quarter" idx="27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Cobb, C. G. (2015). </a:t>
            </a:r>
            <a:r>
              <a:rPr lang="en-US" i="1" dirty="0">
                <a:ea typeface="Calibri" panose="020F0502020204030204" pitchFamily="34" charset="0"/>
                <a:cs typeface="Times New Roman" panose="02020603050405020304" pitchFamily="18" charset="0"/>
              </a:rPr>
              <a:t>The Project Manager’s Guide to Mastering Agile: Principles and 	Practices for an Adaptive Approach</a:t>
            </a: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 (1st ed.) [E-book]. Wiley.</a:t>
            </a:r>
          </a:p>
          <a:p>
            <a:pPr marL="0" indent="0">
              <a:buNone/>
            </a:pPr>
            <a:endParaRPr lang="en-US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i="1" dirty="0"/>
              <a:t>CS250-Module One: SDLC Methodologies</a:t>
            </a:r>
            <a:r>
              <a:rPr lang="en-US" dirty="0"/>
              <a:t>. (2022). [Slides]. SNHU-Media. http://snhu-	media.snhu.edu/files/</a:t>
            </a:r>
            <a:r>
              <a:rPr lang="en-US" dirty="0" err="1"/>
              <a:t>course_repository</a:t>
            </a:r>
            <a:r>
              <a:rPr lang="en-US" dirty="0"/>
              <a:t>/undergraduate/cs/cs250/storyline/mod1/story	_html5.html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i="1" dirty="0"/>
              <a:t>SDLC - Waterfall Model</a:t>
            </a:r>
            <a:r>
              <a:rPr lang="en-US" dirty="0"/>
              <a:t>. (n.d.). </a:t>
            </a:r>
            <a:r>
              <a:rPr lang="en-US" dirty="0" err="1"/>
              <a:t>TutorialsPoint</a:t>
            </a:r>
            <a:r>
              <a:rPr lang="en-US" dirty="0"/>
              <a:t>. 	https://www.tutorialspoint.com/sdlc/sdlc_waterfall_model.htm</a:t>
            </a: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EC5680-B22B-DCE0-BBC0-1BC63E4B6AB5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13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97639655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​​">
  <a:themeElements>
    <a:clrScheme name="Custom 9">
      <a:dk1>
        <a:srgbClr val="000000"/>
      </a:dk1>
      <a:lt1>
        <a:srgbClr val="FFFFFF"/>
      </a:lt1>
      <a:dk2>
        <a:srgbClr val="0F253E"/>
      </a:dk2>
      <a:lt2>
        <a:srgbClr val="E7E6E6"/>
      </a:lt2>
      <a:accent1>
        <a:srgbClr val="4472C4"/>
      </a:accent1>
      <a:accent2>
        <a:srgbClr val="B83803"/>
      </a:accent2>
      <a:accent3>
        <a:srgbClr val="DCD3CC"/>
      </a:accent3>
      <a:accent4>
        <a:srgbClr val="F79320"/>
      </a:accent4>
      <a:accent5>
        <a:srgbClr val="44668D"/>
      </a:accent5>
      <a:accent6>
        <a:srgbClr val="0F253E"/>
      </a:accent6>
      <a:hlink>
        <a:srgbClr val="AEC0D9"/>
      </a:hlink>
      <a:folHlink>
        <a:srgbClr val="B83903"/>
      </a:folHlink>
    </a:clrScheme>
    <a:fontScheme name="Custom 10">
      <a:majorFont>
        <a:latin typeface="Posterama Text Black"/>
        <a:ea typeface=""/>
        <a:cs typeface=""/>
      </a:majorFont>
      <a:minorFont>
        <a:latin typeface="Abad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/>
      <a:lstStyle>
        <a:defPPr marL="0" indent="0" algn="ctr">
          <a:lnSpc>
            <a:spcPct val="100000"/>
          </a:lnSpc>
          <a:spcBef>
            <a:spcPts val="0"/>
          </a:spcBef>
          <a:buFontTx/>
          <a:buNone/>
          <a:defRPr sz="1800" smtClean="0">
            <a:solidFill>
              <a:prstClr val="white"/>
            </a:solidFill>
            <a:latin typeface="Posterama" panose="020B0504020200020000" pitchFamily="34" charset="0"/>
            <a:ea typeface="微软雅黑"/>
            <a:cs typeface="Posterama" panose="020B0504020200020000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Hexagon Light Presentation_win32_v5" id="{045A9B2F-7300-4673-816B-F1EB3C673B2C}" vid="{27F8BD87-6984-44CA-8D4F-354B20CB0C14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0AD9BE2-6B3D-4616-B044-300A8177DEA5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45515263-A3DE-4193-B6AA-5C449C94519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4CFA8B0-C7B8-4655-A378-2962C04794D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2baef15b-b8de-423f-9d8a-46f3686d8848}" enabled="0" method="" siteId="{2baef15b-b8de-423f-9d8a-46f3686d8848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Hexagon presentation light</Template>
  <TotalTime>1351</TotalTime>
  <Words>691</Words>
  <Application>Microsoft Office PowerPoint</Application>
  <PresentationFormat>Widescreen</PresentationFormat>
  <Paragraphs>118</Paragraphs>
  <Slides>13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等线</vt:lpstr>
      <vt:lpstr>Abadi</vt:lpstr>
      <vt:lpstr>Arial</vt:lpstr>
      <vt:lpstr>Calibri</vt:lpstr>
      <vt:lpstr>Posterama</vt:lpstr>
      <vt:lpstr>Posterama Text Black</vt:lpstr>
      <vt:lpstr>Posterama Text SemiBold</vt:lpstr>
      <vt:lpstr>Custom​​</vt:lpstr>
      <vt:lpstr>SHIFTING TO AGILE METHODOLOGY</vt:lpstr>
      <vt:lpstr>Agenda</vt:lpstr>
      <vt:lpstr>Introduction</vt:lpstr>
      <vt:lpstr>AGILE TEAM ROLES</vt:lpstr>
      <vt:lpstr>SCRUM TEAM ROLES</vt:lpstr>
      <vt:lpstr>PHASES OF AGILE</vt:lpstr>
      <vt:lpstr>Phases of Agile</vt:lpstr>
      <vt:lpstr>WATERFALL DEVELOPMENT</vt:lpstr>
      <vt:lpstr>WATERFALL METHOD</vt:lpstr>
      <vt:lpstr>WATERFALL: CONTRAST</vt:lpstr>
      <vt:lpstr>CHOOSING WATERFALL vs AGILE</vt:lpstr>
      <vt:lpstr>Summary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Hernandez, Ariana</dc:creator>
  <cp:lastModifiedBy>Hernandez, Ariana</cp:lastModifiedBy>
  <cp:revision>1</cp:revision>
  <dcterms:created xsi:type="dcterms:W3CDTF">2026-06-21T03:27:59Z</dcterms:created>
  <dcterms:modified xsi:type="dcterms:W3CDTF">2026-06-22T01:59:07Z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